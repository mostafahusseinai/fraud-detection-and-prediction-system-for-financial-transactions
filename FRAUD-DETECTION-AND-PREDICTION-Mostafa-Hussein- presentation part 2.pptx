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56" r:id="rId5"/>
    <p:sldId id="309" r:id="rId6"/>
    <p:sldId id="314" r:id="rId7"/>
    <p:sldId id="316" r:id="rId8"/>
    <p:sldId id="318" r:id="rId9"/>
    <p:sldId id="317" r:id="rId10"/>
    <p:sldId id="324" r:id="rId11"/>
    <p:sldId id="310" r:id="rId12"/>
    <p:sldId id="320" r:id="rId13"/>
    <p:sldId id="321" r:id="rId14"/>
    <p:sldId id="322" r:id="rId15"/>
    <p:sldId id="323" r:id="rId16"/>
    <p:sldId id="31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85E39-FCFF-49BC-9970-685152D83FA4}" v="77" dt="2025-05-05T05:04:24.150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41" autoAdjust="0"/>
    <p:restoredTop sz="94061" autoAdjust="0"/>
  </p:normalViewPr>
  <p:slideViewPr>
    <p:cSldViewPr snapToGrid="0">
      <p:cViewPr>
        <p:scale>
          <a:sx n="75" d="100"/>
          <a:sy n="75" d="100"/>
        </p:scale>
        <p:origin x="-420" y="-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299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afa Hussein" userId="079becf83cf85aad" providerId="LiveId" clId="{9DE85E39-FCFF-49BC-9970-685152D83FA4}"/>
    <pc:docChg chg="undo custSel modSld">
      <pc:chgData name="Mostafa Hussein" userId="079becf83cf85aad" providerId="LiveId" clId="{9DE85E39-FCFF-49BC-9970-685152D83FA4}" dt="2025-05-05T05:28:52.503" v="618" actId="20577"/>
      <pc:docMkLst>
        <pc:docMk/>
      </pc:docMkLst>
      <pc:sldChg chg="addSp delSp modSp mod modTransition setBg modAnim">
        <pc:chgData name="Mostafa Hussein" userId="079becf83cf85aad" providerId="LiveId" clId="{9DE85E39-FCFF-49BC-9970-685152D83FA4}" dt="2025-05-05T04:27:39.012" v="432"/>
        <pc:sldMkLst>
          <pc:docMk/>
          <pc:sldMk cId="4103437537" sldId="256"/>
        </pc:sldMkLst>
        <pc:spChg chg="add del mod">
          <ac:chgData name="Mostafa Hussein" userId="079becf83cf85aad" providerId="LiveId" clId="{9DE85E39-FCFF-49BC-9970-685152D83FA4}" dt="2025-05-04T11:59:00.706" v="37" actId="931"/>
          <ac:spMkLst>
            <pc:docMk/>
            <pc:sldMk cId="4103437537" sldId="256"/>
            <ac:spMk id="3" creationId="{1BB722F2-0DC8-4346-266B-D4EFB5B60DFC}"/>
          </ac:spMkLst>
        </pc:spChg>
        <pc:spChg chg="mod">
          <ac:chgData name="Mostafa Hussein" userId="079becf83cf85aad" providerId="LiveId" clId="{9DE85E39-FCFF-49BC-9970-685152D83FA4}" dt="2025-05-05T04:24:42.528" v="424" actId="207"/>
          <ac:spMkLst>
            <pc:docMk/>
            <pc:sldMk cId="4103437537" sldId="256"/>
            <ac:spMk id="4" creationId="{140983E0-FEBB-4B45-B00C-917965EBE17F}"/>
          </ac:spMkLst>
        </pc:spChg>
        <pc:spChg chg="mod ord">
          <ac:chgData name="Mostafa Hussein" userId="079becf83cf85aad" providerId="LiveId" clId="{9DE85E39-FCFF-49BC-9970-685152D83FA4}" dt="2025-05-04T12:01:42.046" v="65"/>
          <ac:spMkLst>
            <pc:docMk/>
            <pc:sldMk cId="4103437537" sldId="256"/>
            <ac:spMk id="5" creationId="{E0DB9D88-9963-482B-B907-C09FB61E06F7}"/>
          </ac:spMkLst>
        </pc:spChg>
        <pc:spChg chg="add mod">
          <ac:chgData name="Mostafa Hussein" userId="079becf83cf85aad" providerId="LiveId" clId="{9DE85E39-FCFF-49BC-9970-685152D83FA4}" dt="2025-05-04T11:58:21.459" v="36" actId="14100"/>
          <ac:spMkLst>
            <pc:docMk/>
            <pc:sldMk cId="4103437537" sldId="256"/>
            <ac:spMk id="6" creationId="{A0BC435A-F0C5-D8A8-15ED-0682CA915118}"/>
          </ac:spMkLst>
        </pc:spChg>
        <pc:spChg chg="add del">
          <ac:chgData name="Mostafa Hussein" userId="079becf83cf85aad" providerId="LiveId" clId="{9DE85E39-FCFF-49BC-9970-685152D83FA4}" dt="2025-05-04T11:59:19.835" v="42" actId="26606"/>
          <ac:spMkLst>
            <pc:docMk/>
            <pc:sldMk cId="4103437537" sldId="256"/>
            <ac:spMk id="14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1:59:19.835" v="42" actId="26606"/>
          <ac:spMkLst>
            <pc:docMk/>
            <pc:sldMk cId="4103437537" sldId="256"/>
            <ac:spMk id="16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1:59:19.835" v="42" actId="26606"/>
          <ac:spMkLst>
            <pc:docMk/>
            <pc:sldMk cId="4103437537" sldId="256"/>
            <ac:spMk id="18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1:59:19.835" v="42" actId="26606"/>
          <ac:spMkLst>
            <pc:docMk/>
            <pc:sldMk cId="4103437537" sldId="256"/>
            <ac:spMk id="20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1:59:19.835" v="42" actId="26606"/>
          <ac:spMkLst>
            <pc:docMk/>
            <pc:sldMk cId="4103437537" sldId="256"/>
            <ac:spMk id="40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1:59:19.835" v="42" actId="26606"/>
          <ac:spMkLst>
            <pc:docMk/>
            <pc:sldMk cId="4103437537" sldId="256"/>
            <ac:spMk id="42" creationId="{37962AE0-6A1C-4B76-9D52-10E5E6D7D3BB}"/>
          </ac:spMkLst>
        </pc:spChg>
        <pc:spChg chg="add del">
          <ac:chgData name="Mostafa Hussein" userId="079becf83cf85aad" providerId="LiveId" clId="{9DE85E39-FCFF-49BC-9970-685152D83FA4}" dt="2025-05-04T11:59:19.835" v="42" actId="26606"/>
          <ac:spMkLst>
            <pc:docMk/>
            <pc:sldMk cId="4103437537" sldId="256"/>
            <ac:spMk id="44" creationId="{16E12301-1C96-4D15-9838-D5B894B22365}"/>
          </ac:spMkLst>
        </pc:spChg>
        <pc:spChg chg="add del">
          <ac:chgData name="Mostafa Hussein" userId="079becf83cf85aad" providerId="LiveId" clId="{9DE85E39-FCFF-49BC-9970-685152D83FA4}" dt="2025-05-04T11:59:24.265" v="44" actId="26606"/>
          <ac:spMkLst>
            <pc:docMk/>
            <pc:sldMk cId="4103437537" sldId="256"/>
            <ac:spMk id="66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1:59:24.265" v="44" actId="26606"/>
          <ac:spMkLst>
            <pc:docMk/>
            <pc:sldMk cId="4103437537" sldId="256"/>
            <ac:spMk id="67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1:59:24.265" v="44" actId="26606"/>
          <ac:spMkLst>
            <pc:docMk/>
            <pc:sldMk cId="4103437537" sldId="256"/>
            <ac:spMk id="68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1:59:24.265" v="44" actId="26606"/>
          <ac:spMkLst>
            <pc:docMk/>
            <pc:sldMk cId="4103437537" sldId="256"/>
            <ac:spMk id="69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1:59:24.265" v="44" actId="26606"/>
          <ac:spMkLst>
            <pc:docMk/>
            <pc:sldMk cId="4103437537" sldId="256"/>
            <ac:spMk id="86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1:59:24.265" v="44" actId="26606"/>
          <ac:spMkLst>
            <pc:docMk/>
            <pc:sldMk cId="4103437537" sldId="256"/>
            <ac:spMk id="87" creationId="{37962AE0-6A1C-4B76-9D52-10E5E6D7D3BB}"/>
          </ac:spMkLst>
        </pc:spChg>
        <pc:spChg chg="add del">
          <ac:chgData name="Mostafa Hussein" userId="079becf83cf85aad" providerId="LiveId" clId="{9DE85E39-FCFF-49BC-9970-685152D83FA4}" dt="2025-05-04T11:59:27.806" v="46" actId="26606"/>
          <ac:spMkLst>
            <pc:docMk/>
            <pc:sldMk cId="4103437537" sldId="256"/>
            <ac:spMk id="106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1:59:27.806" v="46" actId="26606"/>
          <ac:spMkLst>
            <pc:docMk/>
            <pc:sldMk cId="4103437537" sldId="256"/>
            <ac:spMk id="107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1:59:27.806" v="46" actId="26606"/>
          <ac:spMkLst>
            <pc:docMk/>
            <pc:sldMk cId="4103437537" sldId="256"/>
            <ac:spMk id="108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1:59:27.806" v="46" actId="26606"/>
          <ac:spMkLst>
            <pc:docMk/>
            <pc:sldMk cId="4103437537" sldId="256"/>
            <ac:spMk id="109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1:59:27.806" v="46" actId="26606"/>
          <ac:spMkLst>
            <pc:docMk/>
            <pc:sldMk cId="4103437537" sldId="256"/>
            <ac:spMk id="112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1:59:27.806" v="46" actId="26606"/>
          <ac:spMkLst>
            <pc:docMk/>
            <pc:sldMk cId="4103437537" sldId="256"/>
            <ac:spMk id="113" creationId="{37962AE0-6A1C-4B76-9D52-10E5E6D7D3BB}"/>
          </ac:spMkLst>
        </pc:spChg>
        <pc:spChg chg="add del">
          <ac:chgData name="Mostafa Hussein" userId="079becf83cf85aad" providerId="LiveId" clId="{9DE85E39-FCFF-49BC-9970-685152D83FA4}" dt="2025-05-04T11:59:32.119" v="48" actId="26606"/>
          <ac:spMkLst>
            <pc:docMk/>
            <pc:sldMk cId="4103437537" sldId="256"/>
            <ac:spMk id="120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1:59:32.119" v="48" actId="26606"/>
          <ac:spMkLst>
            <pc:docMk/>
            <pc:sldMk cId="4103437537" sldId="256"/>
            <ac:spMk id="121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1:59:32.119" v="48" actId="26606"/>
          <ac:spMkLst>
            <pc:docMk/>
            <pc:sldMk cId="4103437537" sldId="256"/>
            <ac:spMk id="122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1:59:32.119" v="48" actId="26606"/>
          <ac:spMkLst>
            <pc:docMk/>
            <pc:sldMk cId="4103437537" sldId="256"/>
            <ac:spMk id="123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1:59:32.119" v="48" actId="26606"/>
          <ac:spMkLst>
            <pc:docMk/>
            <pc:sldMk cId="4103437537" sldId="256"/>
            <ac:spMk id="140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1:59:32.119" v="48" actId="26606"/>
          <ac:spMkLst>
            <pc:docMk/>
            <pc:sldMk cId="4103437537" sldId="256"/>
            <ac:spMk id="141" creationId="{37962AE0-6A1C-4B76-9D52-10E5E6D7D3BB}"/>
          </ac:spMkLst>
        </pc:spChg>
        <pc:spChg chg="add del">
          <ac:chgData name="Mostafa Hussein" userId="079becf83cf85aad" providerId="LiveId" clId="{9DE85E39-FCFF-49BC-9970-685152D83FA4}" dt="2025-05-04T11:59:36.146" v="50" actId="26606"/>
          <ac:spMkLst>
            <pc:docMk/>
            <pc:sldMk cId="4103437537" sldId="256"/>
            <ac:spMk id="161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1:59:36.146" v="50" actId="26606"/>
          <ac:spMkLst>
            <pc:docMk/>
            <pc:sldMk cId="4103437537" sldId="256"/>
            <ac:spMk id="162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1:59:36.146" v="50" actId="26606"/>
          <ac:spMkLst>
            <pc:docMk/>
            <pc:sldMk cId="4103437537" sldId="256"/>
            <ac:spMk id="163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1:59:36.146" v="50" actId="26606"/>
          <ac:spMkLst>
            <pc:docMk/>
            <pc:sldMk cId="4103437537" sldId="256"/>
            <ac:spMk id="164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1:59:36.146" v="50" actId="26606"/>
          <ac:spMkLst>
            <pc:docMk/>
            <pc:sldMk cId="4103437537" sldId="256"/>
            <ac:spMk id="167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1:59:36.146" v="50" actId="26606"/>
          <ac:spMkLst>
            <pc:docMk/>
            <pc:sldMk cId="4103437537" sldId="256"/>
            <ac:spMk id="168" creationId="{FBFC6891-CBA5-427E-98AC-BF56BB033089}"/>
          </ac:spMkLst>
        </pc:spChg>
        <pc:spChg chg="add del">
          <ac:chgData name="Mostafa Hussein" userId="079becf83cf85aad" providerId="LiveId" clId="{9DE85E39-FCFF-49BC-9970-685152D83FA4}" dt="2025-05-04T11:59:39.379" v="52" actId="26606"/>
          <ac:spMkLst>
            <pc:docMk/>
            <pc:sldMk cId="4103437537" sldId="256"/>
            <ac:spMk id="174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1:59:39.379" v="52" actId="26606"/>
          <ac:spMkLst>
            <pc:docMk/>
            <pc:sldMk cId="4103437537" sldId="256"/>
            <ac:spMk id="175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1:59:39.379" v="52" actId="26606"/>
          <ac:spMkLst>
            <pc:docMk/>
            <pc:sldMk cId="4103437537" sldId="256"/>
            <ac:spMk id="176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1:59:39.379" v="52" actId="26606"/>
          <ac:spMkLst>
            <pc:docMk/>
            <pc:sldMk cId="4103437537" sldId="256"/>
            <ac:spMk id="177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1:59:39.379" v="52" actId="26606"/>
          <ac:spMkLst>
            <pc:docMk/>
            <pc:sldMk cId="4103437537" sldId="256"/>
            <ac:spMk id="194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1:59:39.379" v="52" actId="26606"/>
          <ac:spMkLst>
            <pc:docMk/>
            <pc:sldMk cId="4103437537" sldId="256"/>
            <ac:spMk id="195" creationId="{FBFC6891-CBA5-427E-98AC-BF56BB033089}"/>
          </ac:spMkLst>
        </pc:spChg>
        <pc:spChg chg="add del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15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16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17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18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21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22" creationId="{37962AE0-6A1C-4B76-9D52-10E5E6D7D3BB}"/>
          </ac:spMkLst>
        </pc:spChg>
        <pc:spChg chg="add del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23" creationId="{16E12301-1C96-4D15-9838-D5B894B22365}"/>
          </ac:spMkLst>
        </pc:spChg>
        <pc:spChg chg="add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31" creationId="{247A131F-D5DE-41A5-B4CF-4F345319B40B}"/>
          </ac:spMkLst>
        </pc:spChg>
        <pc:spChg chg="add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33" creationId="{3AF4666D-BD98-40A5-A75F-478B982010B2}"/>
          </ac:spMkLst>
        </pc:spChg>
        <pc:spChg chg="add">
          <ac:chgData name="Mostafa Hussein" userId="079becf83cf85aad" providerId="LiveId" clId="{9DE85E39-FCFF-49BC-9970-685152D83FA4}" dt="2025-05-04T11:59:49.516" v="55" actId="26606"/>
          <ac:spMkLst>
            <pc:docMk/>
            <pc:sldMk cId="4103437537" sldId="256"/>
            <ac:spMk id="257" creationId="{8651CFA9-6065-4243-AC48-858E359780B1}"/>
          </ac:spMkLst>
        </pc:spChg>
        <pc:grpChg chg="add del">
          <ac:chgData name="Mostafa Hussein" userId="079becf83cf85aad" providerId="LiveId" clId="{9DE85E39-FCFF-49BC-9970-685152D83FA4}" dt="2025-05-04T11:59:24.265" v="44" actId="26606"/>
          <ac:grpSpMkLst>
            <pc:docMk/>
            <pc:sldMk cId="4103437537" sldId="256"/>
            <ac:grpSpMk id="70" creationId="{03E9870D-4BBA-43AF-8D44-BBADF020CFF6}"/>
          </ac:grpSpMkLst>
        </pc:grpChg>
        <pc:grpChg chg="add del">
          <ac:chgData name="Mostafa Hussein" userId="079becf83cf85aad" providerId="LiveId" clId="{9DE85E39-FCFF-49BC-9970-685152D83FA4}" dt="2025-05-04T11:59:27.806" v="46" actId="26606"/>
          <ac:grpSpMkLst>
            <pc:docMk/>
            <pc:sldMk cId="4103437537" sldId="256"/>
            <ac:grpSpMk id="111" creationId="{C3279E8D-2BAA-4CB1-834B-09FADD54DE56}"/>
          </ac:grpSpMkLst>
        </pc:grpChg>
        <pc:grpChg chg="add">
          <ac:chgData name="Mostafa Hussein" userId="079becf83cf85aad" providerId="LiveId" clId="{9DE85E39-FCFF-49BC-9970-685152D83FA4}" dt="2025-05-04T11:59:27.894" v="47" actId="26606"/>
          <ac:grpSpMkLst>
            <pc:docMk/>
            <pc:sldMk cId="4103437537" sldId="256"/>
            <ac:grpSpMk id="142" creationId="{DC655204-C06A-4A55-9BB4-C79C4AF9D63F}"/>
          </ac:grpSpMkLst>
        </pc:grpChg>
        <pc:grpChg chg="del">
          <ac:chgData name="Mostafa Hussein" userId="079becf83cf85aad" providerId="LiveId" clId="{9DE85E39-FCFF-49BC-9970-685152D83FA4}" dt="2025-05-04T11:59:32.119" v="48" actId="26606"/>
          <ac:grpSpMkLst>
            <pc:docMk/>
            <pc:sldMk cId="4103437537" sldId="256"/>
            <ac:grpSpMk id="150" creationId="{4C476EAB-383B-48F9-B661-B049EB50AE63}"/>
          </ac:grpSpMkLst>
        </pc:grpChg>
        <pc:grpChg chg="add">
          <ac:chgData name="Mostafa Hussein" userId="079becf83cf85aad" providerId="LiveId" clId="{9DE85E39-FCFF-49BC-9970-685152D83FA4}" dt="2025-05-04T11:59:32.211" v="49" actId="26606"/>
          <ac:grpSpMkLst>
            <pc:docMk/>
            <pc:sldMk cId="4103437537" sldId="256"/>
            <ac:grpSpMk id="165" creationId="{03E9870D-4BBA-43AF-8D44-BBADF020CFF6}"/>
          </ac:grpSpMkLst>
        </pc:grpChg>
        <pc:grpChg chg="del">
          <ac:chgData name="Mostafa Hussein" userId="079becf83cf85aad" providerId="LiveId" clId="{9DE85E39-FCFF-49BC-9970-685152D83FA4}" dt="2025-05-04T11:59:36.146" v="50" actId="26606"/>
          <ac:grpSpMkLst>
            <pc:docMk/>
            <pc:sldMk cId="4103437537" sldId="256"/>
            <ac:grpSpMk id="169" creationId="{4CD73DBB-9AC8-4BE7-AA43-995A7495D73C}"/>
          </ac:grpSpMkLst>
        </pc:grpChg>
        <pc:grpChg chg="add">
          <ac:chgData name="Mostafa Hussein" userId="079becf83cf85aad" providerId="LiveId" clId="{9DE85E39-FCFF-49BC-9970-685152D83FA4}" dt="2025-05-04T11:59:36.243" v="51" actId="26606"/>
          <ac:grpSpMkLst>
            <pc:docMk/>
            <pc:sldMk cId="4103437537" sldId="256"/>
            <ac:grpSpMk id="186" creationId="{C3279E8D-2BAA-4CB1-834B-09FADD54DE56}"/>
          </ac:grpSpMkLst>
        </pc:grpChg>
        <pc:grpChg chg="del">
          <ac:chgData name="Mostafa Hussein" userId="079becf83cf85aad" providerId="LiveId" clId="{9DE85E39-FCFF-49BC-9970-685152D83FA4}" dt="2025-05-04T11:59:39.379" v="52" actId="26606"/>
          <ac:grpSpMkLst>
            <pc:docMk/>
            <pc:sldMk cId="4103437537" sldId="256"/>
            <ac:grpSpMk id="196" creationId="{F4436A75-A020-494B-B70E-85CBD21EA361}"/>
          </ac:grpSpMkLst>
        </pc:grpChg>
        <pc:picChg chg="del">
          <ac:chgData name="Mostafa Hussein" userId="079becf83cf85aad" providerId="LiveId" clId="{9DE85E39-FCFF-49BC-9970-685152D83FA4}" dt="2025-05-04T11:58:11.947" v="31" actId="478"/>
          <ac:picMkLst>
            <pc:docMk/>
            <pc:sldMk cId="4103437537" sldId="256"/>
            <ac:picMk id="8" creationId="{F74592E6-5101-4C8D-B598-060D1FE1CCB7}"/>
          </ac:picMkLst>
        </pc:picChg>
        <pc:picChg chg="add mod ord">
          <ac:chgData name="Mostafa Hussein" userId="079becf83cf85aad" providerId="LiveId" clId="{9DE85E39-FCFF-49BC-9970-685152D83FA4}" dt="2025-05-04T12:00:02.647" v="56" actId="1440"/>
          <ac:picMkLst>
            <pc:docMk/>
            <pc:sldMk cId="4103437537" sldId="256"/>
            <ac:picMk id="9" creationId="{94A0BF32-DF89-1C10-2689-0F488BC91F2F}"/>
          </ac:picMkLst>
        </pc:picChg>
      </pc:sldChg>
      <pc:sldChg chg="addSp delSp modSp mod setBg">
        <pc:chgData name="Mostafa Hussein" userId="079becf83cf85aad" providerId="LiveId" clId="{9DE85E39-FCFF-49BC-9970-685152D83FA4}" dt="2025-05-05T03:35:42.007" v="335" actId="27636"/>
        <pc:sldMkLst>
          <pc:docMk/>
          <pc:sldMk cId="2169475745" sldId="296"/>
        </pc:sldMkLst>
        <pc:spChg chg="mod">
          <ac:chgData name="Mostafa Hussein" userId="079becf83cf85aad" providerId="LiveId" clId="{9DE85E39-FCFF-49BC-9970-685152D83FA4}" dt="2025-05-05T03:35:18.138" v="319" actId="20577"/>
          <ac:spMkLst>
            <pc:docMk/>
            <pc:sldMk cId="2169475745" sldId="296"/>
            <ac:spMk id="2" creationId="{BF75D855-4F99-4212-ACCC-5FDA1414EA64}"/>
          </ac:spMkLst>
        </pc:spChg>
        <pc:spChg chg="mod ord">
          <ac:chgData name="Mostafa Hussein" userId="079becf83cf85aad" providerId="LiveId" clId="{9DE85E39-FCFF-49BC-9970-685152D83FA4}" dt="2025-05-05T03:35:42.007" v="335" actId="27636"/>
          <ac:spMkLst>
            <pc:docMk/>
            <pc:sldMk cId="2169475745" sldId="296"/>
            <ac:spMk id="3" creationId="{8863152A-251D-42BB-96FE-4F3CC1897A1B}"/>
          </ac:spMkLst>
        </pc:spChg>
        <pc:spChg chg="mod">
          <ac:chgData name="Mostafa Hussein" userId="079becf83cf85aad" providerId="LiveId" clId="{9DE85E39-FCFF-49BC-9970-685152D83FA4}" dt="2025-05-04T12:09:45.569" v="107" actId="26606"/>
          <ac:spMkLst>
            <pc:docMk/>
            <pc:sldMk cId="2169475745" sldId="296"/>
            <ac:spMk id="4" creationId="{78232D9B-1ACD-4116-A9A2-21EDA7FA7446}"/>
          </ac:spMkLst>
        </pc:spChg>
        <pc:spChg chg="add del mod">
          <ac:chgData name="Mostafa Hussein" userId="079becf83cf85aad" providerId="LiveId" clId="{9DE85E39-FCFF-49BC-9970-685152D83FA4}" dt="2025-05-04T12:09:12.263" v="100"/>
          <ac:spMkLst>
            <pc:docMk/>
            <pc:sldMk cId="2169475745" sldId="296"/>
            <ac:spMk id="6" creationId="{ED604F2A-B8B7-C2EA-1533-BBF597690985}"/>
          </ac:spMkLst>
        </pc:spChg>
        <pc:spChg chg="add del mod">
          <ac:chgData name="Mostafa Hussein" userId="079becf83cf85aad" providerId="LiveId" clId="{9DE85E39-FCFF-49BC-9970-685152D83FA4}" dt="2025-05-04T12:23:10.003" v="248"/>
          <ac:spMkLst>
            <pc:docMk/>
            <pc:sldMk cId="2169475745" sldId="296"/>
            <ac:spMk id="11" creationId="{9330C825-1CE9-2014-28EE-40436DE86144}"/>
          </ac:spMkLst>
        </pc:spChg>
        <pc:spChg chg="add del mod">
          <ac:chgData name="Mostafa Hussein" userId="079becf83cf85aad" providerId="LiveId" clId="{9DE85E39-FCFF-49BC-9970-685152D83FA4}" dt="2025-05-04T12:24:31.657" v="259"/>
          <ac:spMkLst>
            <pc:docMk/>
            <pc:sldMk cId="2169475745" sldId="296"/>
            <ac:spMk id="15" creationId="{BA5DC20A-7A86-158D-031D-5AEA6AB4D3A5}"/>
          </ac:spMkLst>
        </pc:spChg>
        <pc:spChg chg="mod ord">
          <ac:chgData name="Mostafa Hussein" userId="079becf83cf85aad" providerId="LiveId" clId="{9DE85E39-FCFF-49BC-9970-685152D83FA4}" dt="2025-05-05T03:34:19.310" v="291" actId="1076"/>
          <ac:spMkLst>
            <pc:docMk/>
            <pc:sldMk cId="2169475745" sldId="296"/>
            <ac:spMk id="21" creationId="{12624401-DD7F-41EC-8255-1B883631DF24}"/>
          </ac:spMkLst>
        </pc:spChg>
        <pc:spChg chg="mod ord">
          <ac:chgData name="Mostafa Hussein" userId="079becf83cf85aad" providerId="LiveId" clId="{9DE85E39-FCFF-49BC-9970-685152D83FA4}" dt="2025-05-04T12:23:24.934" v="253" actId="26606"/>
          <ac:spMkLst>
            <pc:docMk/>
            <pc:sldMk cId="2169475745" sldId="296"/>
            <ac:spMk id="78" creationId="{16FF3F7F-0FCE-41C0-AFCB-B82DA0F93C9D}"/>
          </ac:spMkLst>
        </pc:spChg>
        <pc:spChg chg="add del">
          <ac:chgData name="Mostafa Hussein" userId="079becf83cf85aad" providerId="LiveId" clId="{9DE85E39-FCFF-49BC-9970-685152D83FA4}" dt="2025-05-04T12:09:45.486" v="106" actId="26606"/>
          <ac:spMkLst>
            <pc:docMk/>
            <pc:sldMk cId="2169475745" sldId="296"/>
            <ac:spMk id="83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2:09:45.486" v="106" actId="26606"/>
          <ac:spMkLst>
            <pc:docMk/>
            <pc:sldMk cId="2169475745" sldId="296"/>
            <ac:spMk id="85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2:09:45.486" v="106" actId="26606"/>
          <ac:spMkLst>
            <pc:docMk/>
            <pc:sldMk cId="2169475745" sldId="296"/>
            <ac:spMk id="87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2:09:45.486" v="106" actId="26606"/>
          <ac:spMkLst>
            <pc:docMk/>
            <pc:sldMk cId="2169475745" sldId="296"/>
            <ac:spMk id="89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2:09:45.486" v="106" actId="26606"/>
          <ac:spMkLst>
            <pc:docMk/>
            <pc:sldMk cId="2169475745" sldId="296"/>
            <ac:spMk id="109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2:09:45.486" v="106" actId="26606"/>
          <ac:spMkLst>
            <pc:docMk/>
            <pc:sldMk cId="2169475745" sldId="296"/>
            <ac:spMk id="111" creationId="{37962AE0-6A1C-4B76-9D52-10E5E6D7D3BB}"/>
          </ac:spMkLst>
        </pc:spChg>
        <pc:spChg chg="add del">
          <ac:chgData name="Mostafa Hussein" userId="079becf83cf85aad" providerId="LiveId" clId="{9DE85E39-FCFF-49BC-9970-685152D83FA4}" dt="2025-05-04T12:09:45.486" v="106" actId="26606"/>
          <ac:spMkLst>
            <pc:docMk/>
            <pc:sldMk cId="2169475745" sldId="296"/>
            <ac:spMk id="113" creationId="{16E12301-1C96-4D15-9838-D5B894B22365}"/>
          </ac:spMkLst>
        </pc:spChg>
        <pc:spChg chg="add del">
          <ac:chgData name="Mostafa Hussein" userId="079becf83cf85aad" providerId="LiveId" clId="{9DE85E39-FCFF-49BC-9970-685152D83FA4}" dt="2025-05-04T12:23:24.934" v="253" actId="26606"/>
          <ac:spMkLst>
            <pc:docMk/>
            <pc:sldMk cId="2169475745" sldId="296"/>
            <ac:spMk id="135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2:23:24.934" v="253" actId="26606"/>
          <ac:spMkLst>
            <pc:docMk/>
            <pc:sldMk cId="2169475745" sldId="296"/>
            <ac:spMk id="137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2:23:24.934" v="253" actId="26606"/>
          <ac:spMkLst>
            <pc:docMk/>
            <pc:sldMk cId="2169475745" sldId="296"/>
            <ac:spMk id="138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2:23:24.934" v="253" actId="26606"/>
          <ac:spMkLst>
            <pc:docMk/>
            <pc:sldMk cId="2169475745" sldId="296"/>
            <ac:spMk id="155" creationId="{8651CFA9-6065-4243-AC48-858E359780B1}"/>
          </ac:spMkLst>
        </pc:spChg>
        <pc:spChg chg="add">
          <ac:chgData name="Mostafa Hussein" userId="079becf83cf85aad" providerId="LiveId" clId="{9DE85E39-FCFF-49BC-9970-685152D83FA4}" dt="2025-05-04T12:09:45.569" v="107" actId="26606"/>
          <ac:spMkLst>
            <pc:docMk/>
            <pc:sldMk cId="2169475745" sldId="296"/>
            <ac:spMk id="156" creationId="{37962AE0-6A1C-4B76-9D52-10E5E6D7D3BB}"/>
          </ac:spMkLst>
        </pc:spChg>
        <pc:spChg chg="add del">
          <ac:chgData name="Mostafa Hussein" userId="079becf83cf85aad" providerId="LiveId" clId="{9DE85E39-FCFF-49BC-9970-685152D83FA4}" dt="2025-05-04T12:23:24.825" v="252" actId="26606"/>
          <ac:spMkLst>
            <pc:docMk/>
            <pc:sldMk cId="2169475745" sldId="296"/>
            <ac:spMk id="177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4T12:23:24.825" v="252" actId="26606"/>
          <ac:spMkLst>
            <pc:docMk/>
            <pc:sldMk cId="2169475745" sldId="296"/>
            <ac:spMk id="179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2:23:24.825" v="252" actId="26606"/>
          <ac:spMkLst>
            <pc:docMk/>
            <pc:sldMk cId="2169475745" sldId="296"/>
            <ac:spMk id="181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2:23:24.825" v="252" actId="26606"/>
          <ac:spMkLst>
            <pc:docMk/>
            <pc:sldMk cId="2169475745" sldId="296"/>
            <ac:spMk id="183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2:23:24.825" v="252" actId="26606"/>
          <ac:spMkLst>
            <pc:docMk/>
            <pc:sldMk cId="2169475745" sldId="296"/>
            <ac:spMk id="203" creationId="{8651CFA9-6065-4243-AC48-858E359780B1}"/>
          </ac:spMkLst>
        </pc:spChg>
        <pc:spChg chg="add del">
          <ac:chgData name="Mostafa Hussein" userId="079becf83cf85aad" providerId="LiveId" clId="{9DE85E39-FCFF-49BC-9970-685152D83FA4}" dt="2025-05-04T12:23:24.825" v="252" actId="26606"/>
          <ac:spMkLst>
            <pc:docMk/>
            <pc:sldMk cId="2169475745" sldId="296"/>
            <ac:spMk id="205" creationId="{37962AE0-6A1C-4B76-9D52-10E5E6D7D3BB}"/>
          </ac:spMkLst>
        </pc:spChg>
        <pc:spChg chg="del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29" creationId="{247A131F-D5DE-41A5-B4CF-4F345319B40B}"/>
          </ac:spMkLst>
        </pc:spChg>
        <pc:spChg chg="add">
          <ac:chgData name="Mostafa Hussein" userId="079becf83cf85aad" providerId="LiveId" clId="{9DE85E39-FCFF-49BC-9970-685152D83FA4}" dt="2025-05-04T12:23:24.934" v="253" actId="26606"/>
          <ac:spMkLst>
            <pc:docMk/>
            <pc:sldMk cId="2169475745" sldId="296"/>
            <ac:spMk id="230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31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32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49" creationId="{8651CFA9-6065-4243-AC48-858E359780B1}"/>
          </ac:spMkLst>
        </pc:spChg>
        <pc:spChg chg="del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50" creationId="{37962AE0-6A1C-4B76-9D52-10E5E6D7D3BB}"/>
          </ac:spMkLst>
        </pc:spChg>
        <pc:spChg chg="add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74" creationId="{247A131F-D5DE-41A5-B4CF-4F345319B40B}"/>
          </ac:spMkLst>
        </pc:spChg>
        <pc:spChg chg="add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76" creationId="{3AF4666D-BD98-40A5-A75F-478B982010B2}"/>
          </ac:spMkLst>
        </pc:spChg>
        <pc:spChg chg="add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78" creationId="{68680585-71F9-4721-A998-4974171D2EB4}"/>
          </ac:spMkLst>
        </pc:spChg>
        <pc:spChg chg="add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280" creationId="{12BC95C2-2EEC-4F59-ABA8-660B0D059CCF}"/>
          </ac:spMkLst>
        </pc:spChg>
        <pc:spChg chg="add">
          <ac:chgData name="Mostafa Hussein" userId="079becf83cf85aad" providerId="LiveId" clId="{9DE85E39-FCFF-49BC-9970-685152D83FA4}" dt="2025-05-04T12:24:38.196" v="262" actId="26606"/>
          <ac:spMkLst>
            <pc:docMk/>
            <pc:sldMk cId="2169475745" sldId="296"/>
            <ac:spMk id="300" creationId="{8651CFA9-6065-4243-AC48-858E359780B1}"/>
          </ac:spMkLst>
        </pc:spChg>
        <pc:picChg chg="del">
          <ac:chgData name="Mostafa Hussein" userId="079becf83cf85aad" providerId="LiveId" clId="{9DE85E39-FCFF-49BC-9970-685152D83FA4}" dt="2025-05-04T12:09:02.953" v="99" actId="478"/>
          <ac:picMkLst>
            <pc:docMk/>
            <pc:sldMk cId="2169475745" sldId="296"/>
            <ac:picMk id="8" creationId="{0D2CD587-05D3-48F1-9D3C-DC9FC1C985C0}"/>
          </ac:picMkLst>
        </pc:picChg>
        <pc:picChg chg="add del mod ord modCrop">
          <ac:chgData name="Mostafa Hussein" userId="079becf83cf85aad" providerId="LiveId" clId="{9DE85E39-FCFF-49BC-9970-685152D83FA4}" dt="2025-05-04T12:22:58.169" v="247" actId="478"/>
          <ac:picMkLst>
            <pc:docMk/>
            <pc:sldMk cId="2169475745" sldId="296"/>
            <ac:picMk id="9" creationId="{F9642F69-AE00-A49F-B44C-446E2CB04354}"/>
          </ac:picMkLst>
        </pc:picChg>
        <pc:picChg chg="add del mod modCrop">
          <ac:chgData name="Mostafa Hussein" userId="079becf83cf85aad" providerId="LiveId" clId="{9DE85E39-FCFF-49BC-9970-685152D83FA4}" dt="2025-05-04T12:24:20.900" v="258" actId="478"/>
          <ac:picMkLst>
            <pc:docMk/>
            <pc:sldMk cId="2169475745" sldId="296"/>
            <ac:picMk id="13" creationId="{C883242C-FE31-9FE4-C92C-AE8552B334F4}"/>
          </ac:picMkLst>
        </pc:picChg>
        <pc:picChg chg="add mod">
          <ac:chgData name="Mostafa Hussein" userId="079becf83cf85aad" providerId="LiveId" clId="{9DE85E39-FCFF-49BC-9970-685152D83FA4}" dt="2025-05-04T12:24:36.099" v="261" actId="962"/>
          <ac:picMkLst>
            <pc:docMk/>
            <pc:sldMk cId="2169475745" sldId="296"/>
            <ac:picMk id="17" creationId="{36E6E937-3A2B-440E-3BB7-8D533CBE0349}"/>
          </ac:picMkLst>
        </pc:picChg>
      </pc:sldChg>
      <pc:sldChg chg="addSp delSp modSp mod">
        <pc:chgData name="Mostafa Hussein" userId="079becf83cf85aad" providerId="LiveId" clId="{9DE85E39-FCFF-49BC-9970-685152D83FA4}" dt="2025-05-05T03:36:20.605" v="339" actId="1076"/>
        <pc:sldMkLst>
          <pc:docMk/>
          <pc:sldMk cId="1364216937" sldId="309"/>
        </pc:sldMkLst>
        <pc:spChg chg="add mod">
          <ac:chgData name="Mostafa Hussein" userId="079becf83cf85aad" providerId="LiveId" clId="{9DE85E39-FCFF-49BC-9970-685152D83FA4}" dt="2025-05-05T03:35:58.702" v="336"/>
          <ac:spMkLst>
            <pc:docMk/>
            <pc:sldMk cId="1364216937" sldId="309"/>
            <ac:spMk id="2" creationId="{EDDF5CCC-908E-7013-A611-76D4450931B7}"/>
          </ac:spMkLst>
        </pc:spChg>
        <pc:spChg chg="add del mod">
          <ac:chgData name="Mostafa Hussein" userId="079becf83cf85aad" providerId="LiveId" clId="{9DE85E39-FCFF-49BC-9970-685152D83FA4}" dt="2025-05-04T12:04:54.554" v="87" actId="478"/>
          <ac:spMkLst>
            <pc:docMk/>
            <pc:sldMk cId="1364216937" sldId="309"/>
            <ac:spMk id="3" creationId="{361F8DD3-ADB3-C509-2589-4188C436CF69}"/>
          </ac:spMkLst>
        </pc:spChg>
        <pc:spChg chg="add mod">
          <ac:chgData name="Mostafa Hussein" userId="079becf83cf85aad" providerId="LiveId" clId="{9DE85E39-FCFF-49BC-9970-685152D83FA4}" dt="2025-05-05T03:36:20.605" v="339" actId="1076"/>
          <ac:spMkLst>
            <pc:docMk/>
            <pc:sldMk cId="1364216937" sldId="309"/>
            <ac:spMk id="3" creationId="{DF6D91E8-5156-DA48-8FDE-FF06FBE5E52B}"/>
          </ac:spMkLst>
        </pc:spChg>
        <pc:spChg chg="add del mod">
          <ac:chgData name="Mostafa Hussein" userId="079becf83cf85aad" providerId="LiveId" clId="{9DE85E39-FCFF-49BC-9970-685152D83FA4}" dt="2025-05-04T12:04:54.169" v="86" actId="478"/>
          <ac:spMkLst>
            <pc:docMk/>
            <pc:sldMk cId="1364216937" sldId="309"/>
            <ac:spMk id="5" creationId="{966E6D3A-C193-5727-AE45-4BC148A84693}"/>
          </ac:spMkLst>
        </pc:spChg>
        <pc:spChg chg="del">
          <ac:chgData name="Mostafa Hussein" userId="079becf83cf85aad" providerId="LiveId" clId="{9DE85E39-FCFF-49BC-9970-685152D83FA4}" dt="2025-05-04T12:05:49.688" v="91" actId="26606"/>
          <ac:spMkLst>
            <pc:docMk/>
            <pc:sldMk cId="1364216937" sldId="309"/>
            <ac:spMk id="7" creationId="{9E6680CE-A768-4BCE-A8EF-EEDE6ABA3F03}"/>
          </ac:spMkLst>
        </pc:spChg>
        <pc:spChg chg="add del mod">
          <ac:chgData name="Mostafa Hussein" userId="079becf83cf85aad" providerId="LiveId" clId="{9DE85E39-FCFF-49BC-9970-685152D83FA4}" dt="2025-05-04T12:05:39.723" v="89"/>
          <ac:spMkLst>
            <pc:docMk/>
            <pc:sldMk cId="1364216937" sldId="309"/>
            <ac:spMk id="9" creationId="{13AADEC4-481B-511D-D164-4FE4B7A8B0FB}"/>
          </ac:spMkLst>
        </pc:spChg>
        <pc:spChg chg="add del mod">
          <ac:chgData name="Mostafa Hussein" userId="079becf83cf85aad" providerId="LiveId" clId="{9DE85E39-FCFF-49BC-9970-685152D83FA4}" dt="2025-05-04T12:06:50.190" v="96"/>
          <ac:spMkLst>
            <pc:docMk/>
            <pc:sldMk cId="1364216937" sldId="309"/>
            <ac:spMk id="14" creationId="{12C7DD44-11A9-069F-4741-658EB84564F4}"/>
          </ac:spMkLst>
        </pc:spChg>
        <pc:graphicFrameChg chg="add mod">
          <ac:chgData name="Mostafa Hussein" userId="079becf83cf85aad" providerId="LiveId" clId="{9DE85E39-FCFF-49BC-9970-685152D83FA4}" dt="2025-05-05T03:25:15.302" v="265" actId="13822"/>
          <ac:graphicFrameMkLst>
            <pc:docMk/>
            <pc:sldMk cId="1364216937" sldId="309"/>
            <ac:graphicFrameMk id="57" creationId="{8F07C427-0703-9326-8167-16E49AEE1041}"/>
          </ac:graphicFrameMkLst>
        </pc:graphicFrameChg>
        <pc:picChg chg="add mod">
          <ac:chgData name="Mostafa Hussein" userId="079becf83cf85aad" providerId="LiveId" clId="{9DE85E39-FCFF-49BC-9970-685152D83FA4}" dt="2025-05-04T12:05:43.896" v="90" actId="27614"/>
          <ac:picMkLst>
            <pc:docMk/>
            <pc:sldMk cId="1364216937" sldId="309"/>
            <ac:picMk id="11" creationId="{3245B49B-F9AF-0A47-89DC-4FA4AAC71D23}"/>
          </ac:picMkLst>
        </pc:picChg>
        <pc:picChg chg="add del">
          <ac:chgData name="Mostafa Hussein" userId="079becf83cf85aad" providerId="LiveId" clId="{9DE85E39-FCFF-49BC-9970-685152D83FA4}" dt="2025-05-04T12:05:36.671" v="88" actId="478"/>
          <ac:picMkLst>
            <pc:docMk/>
            <pc:sldMk cId="1364216937" sldId="309"/>
            <ac:picMk id="13" creationId="{97617600-ECAE-480F-AE7E-235FB036B3F1}"/>
          </ac:picMkLst>
        </pc:picChg>
        <pc:picChg chg="add mod">
          <ac:chgData name="Mostafa Hussein" userId="079becf83cf85aad" providerId="LiveId" clId="{9DE85E39-FCFF-49BC-9970-685152D83FA4}" dt="2025-05-04T12:06:54.495" v="97" actId="27614"/>
          <ac:picMkLst>
            <pc:docMk/>
            <pc:sldMk cId="1364216937" sldId="309"/>
            <ac:picMk id="16" creationId="{E774CA50-4256-5E78-4CB4-E9EB689C280D}"/>
          </ac:picMkLst>
        </pc:picChg>
        <pc:picChg chg="add del mod">
          <ac:chgData name="Mostafa Hussein" userId="079becf83cf85aad" providerId="LiveId" clId="{9DE85E39-FCFF-49BC-9970-685152D83FA4}" dt="2025-05-04T12:06:45.829" v="95" actId="478"/>
          <ac:picMkLst>
            <pc:docMk/>
            <pc:sldMk cId="1364216937" sldId="309"/>
            <ac:picMk id="18" creationId="{D510B266-3507-4C43-A953-C06442BB6FDB}"/>
          </ac:picMkLst>
        </pc:picChg>
      </pc:sldChg>
      <pc:sldChg chg="addSp delSp modSp mod">
        <pc:chgData name="Mostafa Hussein" userId="079becf83cf85aad" providerId="LiveId" clId="{9DE85E39-FCFF-49BC-9970-685152D83FA4}" dt="2025-05-05T04:45:18.359" v="489" actId="1076"/>
        <pc:sldMkLst>
          <pc:docMk/>
          <pc:sldMk cId="2491445502" sldId="310"/>
        </pc:sldMkLst>
        <pc:picChg chg="add mod">
          <ac:chgData name="Mostafa Hussein" userId="079becf83cf85aad" providerId="LiveId" clId="{9DE85E39-FCFF-49BC-9970-685152D83FA4}" dt="2025-05-05T04:45:18.359" v="489" actId="1076"/>
          <ac:picMkLst>
            <pc:docMk/>
            <pc:sldMk cId="2491445502" sldId="310"/>
            <ac:picMk id="2" creationId="{B5D1D8BD-4F37-BAD6-3366-284533010311}"/>
          </ac:picMkLst>
        </pc:picChg>
        <pc:picChg chg="del">
          <ac:chgData name="Mostafa Hussein" userId="079becf83cf85aad" providerId="LiveId" clId="{9DE85E39-FCFF-49BC-9970-685152D83FA4}" dt="2025-05-05T04:44:12.431" v="477" actId="478"/>
          <ac:picMkLst>
            <pc:docMk/>
            <pc:sldMk cId="2491445502" sldId="310"/>
            <ac:picMk id="3" creationId="{AD87AB70-6FC8-587D-A388-3BAAB947FDF8}"/>
          </ac:picMkLst>
        </pc:picChg>
        <pc:picChg chg="add mod">
          <ac:chgData name="Mostafa Hussein" userId="079becf83cf85aad" providerId="LiveId" clId="{9DE85E39-FCFF-49BC-9970-685152D83FA4}" dt="2025-05-05T04:44:47.859" v="487" actId="14100"/>
          <ac:picMkLst>
            <pc:docMk/>
            <pc:sldMk cId="2491445502" sldId="310"/>
            <ac:picMk id="4" creationId="{7F1C373A-874A-59EB-9F06-47D57A273DBC}"/>
          </ac:picMkLst>
        </pc:picChg>
      </pc:sldChg>
      <pc:sldChg chg="addSp delSp modSp mod">
        <pc:chgData name="Mostafa Hussein" userId="079becf83cf85aad" providerId="LiveId" clId="{9DE85E39-FCFF-49BC-9970-685152D83FA4}" dt="2025-05-05T03:41:27.304" v="349" actId="207"/>
        <pc:sldMkLst>
          <pc:docMk/>
          <pc:sldMk cId="83223309" sldId="314"/>
        </pc:sldMkLst>
        <pc:spChg chg="add mod">
          <ac:chgData name="Mostafa Hussein" userId="079becf83cf85aad" providerId="LiveId" clId="{9DE85E39-FCFF-49BC-9970-685152D83FA4}" dt="2025-05-05T03:36:46.855" v="340"/>
          <ac:spMkLst>
            <pc:docMk/>
            <pc:sldMk cId="83223309" sldId="314"/>
            <ac:spMk id="2" creationId="{9EDDA8BE-5E90-91BC-2012-8CFCB874D139}"/>
          </ac:spMkLst>
        </pc:spChg>
        <pc:spChg chg="add del mod">
          <ac:chgData name="Mostafa Hussein" userId="079becf83cf85aad" providerId="LiveId" clId="{9DE85E39-FCFF-49BC-9970-685152D83FA4}" dt="2025-05-04T12:17:19.791" v="236"/>
          <ac:spMkLst>
            <pc:docMk/>
            <pc:sldMk cId="83223309" sldId="314"/>
            <ac:spMk id="3" creationId="{727DA439-BA31-FDF1-12BD-B3F360F95BAC}"/>
          </ac:spMkLst>
        </pc:spChg>
        <pc:spChg chg="add mod">
          <ac:chgData name="Mostafa Hussein" userId="079becf83cf85aad" providerId="LiveId" clId="{9DE85E39-FCFF-49BC-9970-685152D83FA4}" dt="2025-05-05T03:36:53.911" v="341" actId="122"/>
          <ac:spMkLst>
            <pc:docMk/>
            <pc:sldMk cId="83223309" sldId="314"/>
            <ac:spMk id="3" creationId="{AD54E8B7-2223-719A-B99F-D8FAA54D9023}"/>
          </ac:spMkLst>
        </pc:spChg>
        <pc:spChg chg="add del mod">
          <ac:chgData name="Mostafa Hussein" userId="079becf83cf85aad" providerId="LiveId" clId="{9DE85E39-FCFF-49BC-9970-685152D83FA4}" dt="2025-05-04T12:22:32.884" v="245"/>
          <ac:spMkLst>
            <pc:docMk/>
            <pc:sldMk cId="83223309" sldId="314"/>
            <ac:spMk id="9" creationId="{B131CE94-0541-C73D-B2C9-BB3CC51AC9A3}"/>
          </ac:spMkLst>
        </pc:spChg>
        <pc:spChg chg="mod">
          <ac:chgData name="Mostafa Hussein" userId="079becf83cf85aad" providerId="LiveId" clId="{9DE85E39-FCFF-49BC-9970-685152D83FA4}" dt="2025-05-05T03:41:27.304" v="349" actId="207"/>
          <ac:spMkLst>
            <pc:docMk/>
            <pc:sldMk cId="83223309" sldId="314"/>
            <ac:spMk id="13" creationId="{02338824-BECA-4FA6-8497-F1FDE9B960EF}"/>
          </ac:spMkLst>
        </pc:spChg>
        <pc:picChg chg="add del mod modCrop">
          <ac:chgData name="Mostafa Hussein" userId="079becf83cf85aad" providerId="LiveId" clId="{9DE85E39-FCFF-49BC-9970-685152D83FA4}" dt="2025-05-04T12:22:25.738" v="244" actId="478"/>
          <ac:picMkLst>
            <pc:docMk/>
            <pc:sldMk cId="83223309" sldId="314"/>
            <ac:picMk id="5" creationId="{78D9443A-8C87-7B5B-5B22-D7C9DA438F7B}"/>
          </ac:picMkLst>
        </pc:picChg>
        <pc:picChg chg="del">
          <ac:chgData name="Mostafa Hussein" userId="079becf83cf85aad" providerId="LiveId" clId="{9DE85E39-FCFF-49BC-9970-685152D83FA4}" dt="2025-05-04T12:17:16.318" v="235" actId="478"/>
          <ac:picMkLst>
            <pc:docMk/>
            <pc:sldMk cId="83223309" sldId="314"/>
            <ac:picMk id="6" creationId="{9D596230-1E82-4117-9364-2E98A0E0B005}"/>
          </ac:picMkLst>
        </pc:picChg>
        <pc:picChg chg="add mod">
          <ac:chgData name="Mostafa Hussein" userId="079becf83cf85aad" providerId="LiveId" clId="{9DE85E39-FCFF-49BC-9970-685152D83FA4}" dt="2025-05-04T12:22:35.256" v="246" actId="27614"/>
          <ac:picMkLst>
            <pc:docMk/>
            <pc:sldMk cId="83223309" sldId="314"/>
            <ac:picMk id="11" creationId="{517FC01E-4421-0A36-5765-47855E054A8C}"/>
          </ac:picMkLst>
        </pc:picChg>
      </pc:sldChg>
      <pc:sldChg chg="addSp delSp modSp mod setBg">
        <pc:chgData name="Mostafa Hussein" userId="079becf83cf85aad" providerId="LiveId" clId="{9DE85E39-FCFF-49BC-9970-685152D83FA4}" dt="2025-05-05T05:04:24.149" v="604"/>
        <pc:sldMkLst>
          <pc:docMk/>
          <pc:sldMk cId="1684746586" sldId="315"/>
        </pc:sldMkLst>
        <pc:spChg chg="add del mod">
          <ac:chgData name="Mostafa Hussein" userId="079becf83cf85aad" providerId="LiveId" clId="{9DE85E39-FCFF-49BC-9970-685152D83FA4}" dt="2025-05-05T05:02:07.207" v="582"/>
          <ac:spMkLst>
            <pc:docMk/>
            <pc:sldMk cId="1684746586" sldId="315"/>
            <ac:spMk id="3" creationId="{EF5B5C98-555C-9DCD-3E06-580D5FFEBCCB}"/>
          </ac:spMkLst>
        </pc:spChg>
        <pc:spChg chg="mod">
          <ac:chgData name="Mostafa Hussein" userId="079becf83cf85aad" providerId="LiveId" clId="{9DE85E39-FCFF-49BC-9970-685152D83FA4}" dt="2025-05-05T05:02:54.749" v="594" actId="26606"/>
          <ac:spMkLst>
            <pc:docMk/>
            <pc:sldMk cId="1684746586" sldId="315"/>
            <ac:spMk id="7" creationId="{A61B86B7-24ED-4261-979C-42CCFAC83F1D}"/>
          </ac:spMkLst>
        </pc:spChg>
        <pc:spChg chg="mod">
          <ac:chgData name="Mostafa Hussein" userId="079becf83cf85aad" providerId="LiveId" clId="{9DE85E39-FCFF-49BC-9970-685152D83FA4}" dt="2025-05-05T05:04:24.149" v="604"/>
          <ac:spMkLst>
            <pc:docMk/>
            <pc:sldMk cId="1684746586" sldId="315"/>
            <ac:spMk id="12" creationId="{DF9B1D76-03F2-436A-9708-6B223EA28E13}"/>
          </ac:spMkLst>
        </pc:spChg>
        <pc:spChg chg="mod">
          <ac:chgData name="Mostafa Hussein" userId="079becf83cf85aad" providerId="LiveId" clId="{9DE85E39-FCFF-49BC-9970-685152D83FA4}" dt="2025-05-05T05:04:17.157" v="603"/>
          <ac:spMkLst>
            <pc:docMk/>
            <pc:sldMk cId="1684746586" sldId="315"/>
            <ac:spMk id="13" creationId="{A3DCB960-67E1-4D7A-A166-F7BC92386A28}"/>
          </ac:spMkLst>
        </pc:spChg>
        <pc:spChg chg="add">
          <ac:chgData name="Mostafa Hussein" userId="079becf83cf85aad" providerId="LiveId" clId="{9DE85E39-FCFF-49BC-9970-685152D83FA4}" dt="2025-05-05T05:02:54.749" v="594" actId="26606"/>
          <ac:spMkLst>
            <pc:docMk/>
            <pc:sldMk cId="1684746586" sldId="315"/>
            <ac:spMk id="18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20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5T05:03:52.730" v="599" actId="26606"/>
          <ac:spMkLst>
            <pc:docMk/>
            <pc:sldMk cId="1684746586" sldId="315"/>
            <ac:spMk id="22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24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44" creationId="{AD294E7E-62D8-48F8-A01E-1A457B5CA04C}"/>
          </ac:spMkLst>
        </pc:spChg>
        <pc:spChg chg="add">
          <ac:chgData name="Mostafa Hussein" userId="079becf83cf85aad" providerId="LiveId" clId="{9DE85E39-FCFF-49BC-9970-685152D83FA4}" dt="2025-05-05T05:02:54.749" v="594" actId="26606"/>
          <ac:spMkLst>
            <pc:docMk/>
            <pc:sldMk cId="1684746586" sldId="315"/>
            <ac:spMk id="46" creationId="{FBCADCC9-9C0D-4CE3-8966-44472EFCF348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48" creationId="{05FD221C-EDD3-49D9-90A7-260CECEE1C11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94" creationId="{247A131F-D5DE-41A5-B4CF-4F345319B40B}"/>
          </ac:spMkLst>
        </pc:spChg>
        <pc:spChg chg="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98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120" creationId="{F1174801-1395-44C5-9B00-CCAC45C056E7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122" creationId="{996DFAFB-BCE1-4BEC-82FB-D574234DEF0A}"/>
          </ac:spMkLst>
        </pc:spChg>
        <pc:spChg chg="add del">
          <ac:chgData name="Mostafa Hussein" userId="079becf83cf85aad" providerId="LiveId" clId="{9DE85E39-FCFF-49BC-9970-685152D83FA4}" dt="2025-05-05T05:03:55.351" v="600" actId="26606"/>
          <ac:spMkLst>
            <pc:docMk/>
            <pc:sldMk cId="1684746586" sldId="315"/>
            <ac:spMk id="124" creationId="{60E728E6-A07E-4A6C-AB92-D56E1402F61A}"/>
          </ac:spMkLst>
        </pc:spChg>
        <pc:picChg chg="del">
          <ac:chgData name="Mostafa Hussein" userId="079becf83cf85aad" providerId="LiveId" clId="{9DE85E39-FCFF-49BC-9970-685152D83FA4}" dt="2025-05-05T05:00:57.842" v="581" actId="478"/>
          <ac:picMkLst>
            <pc:docMk/>
            <pc:sldMk cId="1684746586" sldId="315"/>
            <ac:picMk id="5" creationId="{3988E9B4-97FE-4A81-917B-7879D3A1BB9A}"/>
          </ac:picMkLst>
        </pc:picChg>
        <pc:picChg chg="add mod modCrop">
          <ac:chgData name="Mostafa Hussein" userId="079becf83cf85aad" providerId="LiveId" clId="{9DE85E39-FCFF-49BC-9970-685152D83FA4}" dt="2025-05-05T05:03:42.627" v="598" actId="18131"/>
          <ac:picMkLst>
            <pc:docMk/>
            <pc:sldMk cId="1684746586" sldId="315"/>
            <ac:picMk id="6" creationId="{75133B85-E680-531F-1E53-6F4258721BE9}"/>
          </ac:picMkLst>
        </pc:picChg>
      </pc:sldChg>
      <pc:sldChg chg="addSp modSp mod">
        <pc:chgData name="Mostafa Hussein" userId="079becf83cf85aad" providerId="LiveId" clId="{9DE85E39-FCFF-49BC-9970-685152D83FA4}" dt="2025-05-05T04:29:34.239" v="443" actId="113"/>
        <pc:sldMkLst>
          <pc:docMk/>
          <pc:sldMk cId="1071643423" sldId="316"/>
        </pc:sldMkLst>
        <pc:spChg chg="add mod">
          <ac:chgData name="Mostafa Hussein" userId="079becf83cf85aad" providerId="LiveId" clId="{9DE85E39-FCFF-49BC-9970-685152D83FA4}" dt="2025-05-05T04:28:55.646" v="433"/>
          <ac:spMkLst>
            <pc:docMk/>
            <pc:sldMk cId="1071643423" sldId="316"/>
            <ac:spMk id="2" creationId="{4D4E69FE-8891-A6F6-92A5-A73AAB8E8A1E}"/>
          </ac:spMkLst>
        </pc:spChg>
        <pc:spChg chg="add mod">
          <ac:chgData name="Mostafa Hussein" userId="079becf83cf85aad" providerId="LiveId" clId="{9DE85E39-FCFF-49BC-9970-685152D83FA4}" dt="2025-05-05T04:28:55.646" v="433"/>
          <ac:spMkLst>
            <pc:docMk/>
            <pc:sldMk cId="1071643423" sldId="316"/>
            <ac:spMk id="3" creationId="{75EE2EE1-D310-2714-6EB3-6930A630418A}"/>
          </ac:spMkLst>
        </pc:spChg>
        <pc:spChg chg="mod">
          <ac:chgData name="Mostafa Hussein" userId="079becf83cf85aad" providerId="LiveId" clId="{9DE85E39-FCFF-49BC-9970-685152D83FA4}" dt="2025-05-05T04:29:34.239" v="443" actId="113"/>
          <ac:spMkLst>
            <pc:docMk/>
            <pc:sldMk cId="1071643423" sldId="316"/>
            <ac:spMk id="9" creationId="{0D27707A-0D74-4391-B40D-9DA61B878782}"/>
          </ac:spMkLst>
        </pc:spChg>
        <pc:spChg chg="mod">
          <ac:chgData name="Mostafa Hussein" userId="079becf83cf85aad" providerId="LiveId" clId="{9DE85E39-FCFF-49BC-9970-685152D83FA4}" dt="2025-05-05T04:29:09.998" v="439" actId="1035"/>
          <ac:spMkLst>
            <pc:docMk/>
            <pc:sldMk cId="1071643423" sldId="316"/>
            <ac:spMk id="10" creationId="{5438B01A-F91F-4EF4-B5EE-178E2107B674}"/>
          </ac:spMkLst>
        </pc:spChg>
      </pc:sldChg>
      <pc:sldChg chg="addSp delSp modSp mod setBg">
        <pc:chgData name="Mostafa Hussein" userId="079becf83cf85aad" providerId="LiveId" clId="{9DE85E39-FCFF-49BC-9970-685152D83FA4}" dt="2025-05-05T05:06:35.453" v="617" actId="14100"/>
        <pc:sldMkLst>
          <pc:docMk/>
          <pc:sldMk cId="3420532882" sldId="317"/>
        </pc:sldMkLst>
        <pc:spChg chg="mo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9" creationId="{0D27707A-0D74-4391-B40D-9DA61B878782}"/>
          </ac:spMkLst>
        </pc:spChg>
        <pc:spChg chg="mod or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16" creationId="{6BB72897-66FA-4F1E-944B-A635233E87C8}"/>
          </ac:spMkLst>
        </pc:spChg>
        <pc:spChg chg="add del">
          <ac:chgData name="Mostafa Hussein" userId="079becf83cf85aad" providerId="LiveId" clId="{9DE85E39-FCFF-49BC-9970-685152D83FA4}" dt="2025-05-05T04:41:23.566" v="461" actId="26606"/>
          <ac:spMkLst>
            <pc:docMk/>
            <pc:sldMk cId="3420532882" sldId="317"/>
            <ac:spMk id="21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5T04:41:23.566" v="461" actId="26606"/>
          <ac:spMkLst>
            <pc:docMk/>
            <pc:sldMk cId="3420532882" sldId="317"/>
            <ac:spMk id="23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5T04:41:23.566" v="461" actId="26606"/>
          <ac:spMkLst>
            <pc:docMk/>
            <pc:sldMk cId="3420532882" sldId="317"/>
            <ac:spMk id="25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5T04:41:23.566" v="461" actId="26606"/>
          <ac:spMkLst>
            <pc:docMk/>
            <pc:sldMk cId="3420532882" sldId="317"/>
            <ac:spMk id="27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5T04:41:23.566" v="461" actId="26606"/>
          <ac:spMkLst>
            <pc:docMk/>
            <pc:sldMk cId="3420532882" sldId="317"/>
            <ac:spMk id="47" creationId="{F1174801-1395-44C5-9B00-CCAC45C056E7}"/>
          </ac:spMkLst>
        </pc:spChg>
        <pc:spChg chg="add del">
          <ac:chgData name="Mostafa Hussein" userId="079becf83cf85aad" providerId="LiveId" clId="{9DE85E39-FCFF-49BC-9970-685152D83FA4}" dt="2025-05-05T04:41:23.566" v="461" actId="26606"/>
          <ac:spMkLst>
            <pc:docMk/>
            <pc:sldMk cId="3420532882" sldId="317"/>
            <ac:spMk id="49" creationId="{996DFAFB-BCE1-4BEC-82FB-D574234DEF0A}"/>
          </ac:spMkLst>
        </pc:spChg>
        <pc:spChg chg="ad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76" creationId="{247A131F-D5DE-41A5-B4CF-4F345319B40B}"/>
          </ac:spMkLst>
        </pc:spChg>
        <pc:spChg chg="ad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77" creationId="{3AF4666D-BD98-40A5-A75F-478B982010B2}"/>
          </ac:spMkLst>
        </pc:spChg>
        <pc:spChg chg="ad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78" creationId="{68680585-71F9-4721-A998-4974171D2EB4}"/>
          </ac:spMkLst>
        </pc:spChg>
        <pc:spChg chg="ad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79" creationId="{12BC95C2-2EEC-4F59-ABA8-660B0D059CCF}"/>
          </ac:spMkLst>
        </pc:spChg>
        <pc:spChg chg="ad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96" creationId="{F1174801-1395-44C5-9B00-CCAC45C056E7}"/>
          </ac:spMkLst>
        </pc:spChg>
        <pc:spChg chg="add">
          <ac:chgData name="Mostafa Hussein" userId="079becf83cf85aad" providerId="LiveId" clId="{9DE85E39-FCFF-49BC-9970-685152D83FA4}" dt="2025-05-05T04:41:23.656" v="462" actId="26606"/>
          <ac:spMkLst>
            <pc:docMk/>
            <pc:sldMk cId="3420532882" sldId="317"/>
            <ac:spMk id="97" creationId="{996DFAFB-BCE1-4BEC-82FB-D574234DEF0A}"/>
          </ac:spMkLst>
        </pc:spChg>
        <pc:picChg chg="add mod ord">
          <ac:chgData name="Mostafa Hussein" userId="079becf83cf85aad" providerId="LiveId" clId="{9DE85E39-FCFF-49BC-9970-685152D83FA4}" dt="2025-05-05T04:41:23.656" v="462" actId="26606"/>
          <ac:picMkLst>
            <pc:docMk/>
            <pc:sldMk cId="3420532882" sldId="317"/>
            <ac:picMk id="2" creationId="{2A7807B3-307C-BADC-DD2B-E2990ECBDB8E}"/>
          </ac:picMkLst>
        </pc:picChg>
        <pc:picChg chg="add mod modCrop">
          <ac:chgData name="Mostafa Hussein" userId="079becf83cf85aad" providerId="LiveId" clId="{9DE85E39-FCFF-49BC-9970-685152D83FA4}" dt="2025-05-05T05:06:35.453" v="617" actId="14100"/>
          <ac:picMkLst>
            <pc:docMk/>
            <pc:sldMk cId="3420532882" sldId="317"/>
            <ac:picMk id="3" creationId="{2E62AE7B-A2DF-B1C2-E348-17CF07B935BA}"/>
          </ac:picMkLst>
        </pc:picChg>
        <pc:picChg chg="del">
          <ac:chgData name="Mostafa Hussein" userId="079becf83cf85aad" providerId="LiveId" clId="{9DE85E39-FCFF-49BC-9970-685152D83FA4}" dt="2025-05-05T04:39:58.249" v="444" actId="478"/>
          <ac:picMkLst>
            <pc:docMk/>
            <pc:sldMk cId="3420532882" sldId="317"/>
            <ac:picMk id="1026" creationId="{535E9030-5030-4221-8F99-4A942212BDFC}"/>
          </ac:picMkLst>
        </pc:picChg>
        <pc:picChg chg="del">
          <ac:chgData name="Mostafa Hussein" userId="079becf83cf85aad" providerId="LiveId" clId="{9DE85E39-FCFF-49BC-9970-685152D83FA4}" dt="2025-05-05T04:40:01.144" v="445" actId="478"/>
          <ac:picMkLst>
            <pc:docMk/>
            <pc:sldMk cId="3420532882" sldId="317"/>
            <ac:picMk id="1027" creationId="{B5F80CFC-E1DD-4C97-14AC-E344FB497057}"/>
          </ac:picMkLst>
        </pc:picChg>
        <pc:picChg chg="del">
          <ac:chgData name="Mostafa Hussein" userId="079becf83cf85aad" providerId="LiveId" clId="{9DE85E39-FCFF-49BC-9970-685152D83FA4}" dt="2025-05-05T04:40:02.642" v="446" actId="478"/>
          <ac:picMkLst>
            <pc:docMk/>
            <pc:sldMk cId="3420532882" sldId="317"/>
            <ac:picMk id="1028" creationId="{104274F5-549A-814A-A3D7-A6ABEE30E47D}"/>
          </ac:picMkLst>
        </pc:picChg>
      </pc:sldChg>
      <pc:sldChg chg="addSp modSp mod">
        <pc:chgData name="Mostafa Hussein" userId="079becf83cf85aad" providerId="LiveId" clId="{9DE85E39-FCFF-49BC-9970-685152D83FA4}" dt="2025-05-05T04:29:22.594" v="441" actId="1036"/>
        <pc:sldMkLst>
          <pc:docMk/>
          <pc:sldMk cId="1056968271" sldId="318"/>
        </pc:sldMkLst>
        <pc:spChg chg="add mod">
          <ac:chgData name="Mostafa Hussein" userId="079becf83cf85aad" providerId="LiveId" clId="{9DE85E39-FCFF-49BC-9970-685152D83FA4}" dt="2025-05-05T04:29:17.080" v="440"/>
          <ac:spMkLst>
            <pc:docMk/>
            <pc:sldMk cId="1056968271" sldId="318"/>
            <ac:spMk id="2" creationId="{008C4764-C828-8E44-CB43-E2C5D1117720}"/>
          </ac:spMkLst>
        </pc:spChg>
        <pc:spChg chg="add mod">
          <ac:chgData name="Mostafa Hussein" userId="079becf83cf85aad" providerId="LiveId" clId="{9DE85E39-FCFF-49BC-9970-685152D83FA4}" dt="2025-05-05T04:29:17.080" v="440"/>
          <ac:spMkLst>
            <pc:docMk/>
            <pc:sldMk cId="1056968271" sldId="318"/>
            <ac:spMk id="3" creationId="{3312957F-683B-8721-9991-90F5ED15129E}"/>
          </ac:spMkLst>
        </pc:spChg>
        <pc:spChg chg="mod">
          <ac:chgData name="Mostafa Hussein" userId="079becf83cf85aad" providerId="LiveId" clId="{9DE85E39-FCFF-49BC-9970-685152D83FA4}" dt="2025-05-05T04:29:22.594" v="441" actId="1036"/>
          <ac:spMkLst>
            <pc:docMk/>
            <pc:sldMk cId="1056968271" sldId="318"/>
            <ac:spMk id="10" creationId="{5438B01A-F91F-4EF4-B5EE-178E2107B674}"/>
          </ac:spMkLst>
        </pc:spChg>
      </pc:sldChg>
      <pc:sldChg chg="addSp delSp modSp mod setBg">
        <pc:chgData name="Mostafa Hussein" userId="079becf83cf85aad" providerId="LiveId" clId="{9DE85E39-FCFF-49BC-9970-685152D83FA4}" dt="2025-05-05T05:28:52.503" v="618" actId="20577"/>
        <pc:sldMkLst>
          <pc:docMk/>
          <pc:sldMk cId="1114457312" sldId="319"/>
        </pc:sldMkLst>
        <pc:spChg chg="mo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9" creationId="{0D27707A-0D74-4391-B40D-9DA61B878782}"/>
          </ac:spMkLst>
        </pc:spChg>
        <pc:spChg chg="mo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16" creationId="{6BB72897-66FA-4F1E-944B-A635233E87C8}"/>
          </ac:spMkLst>
        </pc:spChg>
        <pc:spChg chg="add del">
          <ac:chgData name="Mostafa Hussein" userId="079becf83cf85aad" providerId="LiveId" clId="{9DE85E39-FCFF-49BC-9970-685152D83FA4}" dt="2025-05-05T04:43:13.757" v="473" actId="26606"/>
          <ac:spMkLst>
            <pc:docMk/>
            <pc:sldMk cId="1114457312" sldId="319"/>
            <ac:spMk id="21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5T04:43:13.757" v="473" actId="26606"/>
          <ac:spMkLst>
            <pc:docMk/>
            <pc:sldMk cId="1114457312" sldId="319"/>
            <ac:spMk id="23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5T04:43:13.757" v="473" actId="26606"/>
          <ac:spMkLst>
            <pc:docMk/>
            <pc:sldMk cId="1114457312" sldId="319"/>
            <ac:spMk id="25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5T04:43:13.757" v="473" actId="26606"/>
          <ac:spMkLst>
            <pc:docMk/>
            <pc:sldMk cId="1114457312" sldId="319"/>
            <ac:spMk id="27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5T04:43:13.757" v="473" actId="26606"/>
          <ac:spMkLst>
            <pc:docMk/>
            <pc:sldMk cId="1114457312" sldId="319"/>
            <ac:spMk id="47" creationId="{F1174801-1395-44C5-9B00-CCAC45C056E7}"/>
          </ac:spMkLst>
        </pc:spChg>
        <pc:spChg chg="add del">
          <ac:chgData name="Mostafa Hussein" userId="079becf83cf85aad" providerId="LiveId" clId="{9DE85E39-FCFF-49BC-9970-685152D83FA4}" dt="2025-05-05T04:43:13.757" v="473" actId="26606"/>
          <ac:spMkLst>
            <pc:docMk/>
            <pc:sldMk cId="1114457312" sldId="319"/>
            <ac:spMk id="49" creationId="{996DFAFB-BCE1-4BEC-82FB-D574234DEF0A}"/>
          </ac:spMkLst>
        </pc:spChg>
        <pc:spChg chg="ad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77" creationId="{247A131F-D5DE-41A5-B4CF-4F345319B40B}"/>
          </ac:spMkLst>
        </pc:spChg>
        <pc:spChg chg="ad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78" creationId="{3AF4666D-BD98-40A5-A75F-478B982010B2}"/>
          </ac:spMkLst>
        </pc:spChg>
        <pc:spChg chg="ad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79" creationId="{68680585-71F9-4721-A998-4974171D2EB4}"/>
          </ac:spMkLst>
        </pc:spChg>
        <pc:spChg chg="ad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80" creationId="{12BC95C2-2EEC-4F59-ABA8-660B0D059CCF}"/>
          </ac:spMkLst>
        </pc:spChg>
        <pc:spChg chg="ad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97" creationId="{F1174801-1395-44C5-9B00-CCAC45C056E7}"/>
          </ac:spMkLst>
        </pc:spChg>
        <pc:spChg chg="add">
          <ac:chgData name="Mostafa Hussein" userId="079becf83cf85aad" providerId="LiveId" clId="{9DE85E39-FCFF-49BC-9970-685152D83FA4}" dt="2025-05-05T04:43:13.966" v="474" actId="26606"/>
          <ac:spMkLst>
            <pc:docMk/>
            <pc:sldMk cId="1114457312" sldId="319"/>
            <ac:spMk id="98" creationId="{996DFAFB-BCE1-4BEC-82FB-D574234DEF0A}"/>
          </ac:spMkLst>
        </pc:spChg>
        <pc:grpChg chg="add del">
          <ac:chgData name="Mostafa Hussein" userId="079becf83cf85aad" providerId="LiveId" clId="{9DE85E39-FCFF-49BC-9970-685152D83FA4}" dt="2025-05-05T04:43:13.757" v="473" actId="26606"/>
          <ac:grpSpMkLst>
            <pc:docMk/>
            <pc:sldMk cId="1114457312" sldId="319"/>
            <ac:grpSpMk id="51" creationId="{E4A71F22-0E43-4930-8185-0D8C17363485}"/>
          </ac:grpSpMkLst>
        </pc:grpChg>
        <pc:grpChg chg="add">
          <ac:chgData name="Mostafa Hussein" userId="079becf83cf85aad" providerId="LiveId" clId="{9DE85E39-FCFF-49BC-9970-685152D83FA4}" dt="2025-05-05T04:43:13.966" v="474" actId="26606"/>
          <ac:grpSpMkLst>
            <pc:docMk/>
            <pc:sldMk cId="1114457312" sldId="319"/>
            <ac:grpSpMk id="89" creationId="{C3279E8D-2BAA-4CB1-834B-09FADD54DE56}"/>
          </ac:grpSpMkLst>
        </pc:grpChg>
        <pc:graphicFrameChg chg="del modGraphic">
          <ac:chgData name="Mostafa Hussein" userId="079becf83cf85aad" providerId="LiveId" clId="{9DE85E39-FCFF-49BC-9970-685152D83FA4}" dt="2025-05-05T04:42:30.931" v="470" actId="478"/>
          <ac:graphicFrameMkLst>
            <pc:docMk/>
            <pc:sldMk cId="1114457312" sldId="319"/>
            <ac:graphicFrameMk id="2" creationId="{350A9E4E-29E9-48C1-87F4-1FE9AC045A77}"/>
          </ac:graphicFrameMkLst>
        </pc:graphicFrameChg>
        <pc:graphicFrameChg chg="add mod modGraphic">
          <ac:chgData name="Mostafa Hussein" userId="079becf83cf85aad" providerId="LiveId" clId="{9DE85E39-FCFF-49BC-9970-685152D83FA4}" dt="2025-05-05T05:28:52.503" v="618" actId="20577"/>
          <ac:graphicFrameMkLst>
            <pc:docMk/>
            <pc:sldMk cId="1114457312" sldId="319"/>
            <ac:graphicFrameMk id="3" creationId="{036407A8-D374-60D0-FBAD-8A135C18547E}"/>
          </ac:graphicFrameMkLst>
        </pc:graphicFrameChg>
      </pc:sldChg>
      <pc:sldChg chg="addSp delSp modSp mod setBg">
        <pc:chgData name="Mostafa Hussein" userId="079becf83cf85aad" providerId="LiveId" clId="{9DE85E39-FCFF-49BC-9970-685152D83FA4}" dt="2025-05-05T04:46:28.325" v="500" actId="14100"/>
        <pc:sldMkLst>
          <pc:docMk/>
          <pc:sldMk cId="2759615607" sldId="320"/>
        </pc:sldMkLst>
        <pc:spChg chg="mod ord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5" creationId="{16419B17-91B6-4698-9B79-6D45CE183468}"/>
          </ac:spMkLst>
        </pc:spChg>
        <pc:spChg chg="mod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6" creationId="{008EA085-8D6A-4288-99D9-03A368AD97DF}"/>
          </ac:spMkLst>
        </pc:spChg>
        <pc:spChg chg="add del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11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13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15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17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37" creationId="{F1174801-1395-44C5-9B00-CCAC45C056E7}"/>
          </ac:spMkLst>
        </pc:spChg>
        <pc:spChg chg="add del">
          <ac:chgData name="Mostafa Hussein" userId="079becf83cf85aad" providerId="LiveId" clId="{9DE85E39-FCFF-49BC-9970-685152D83FA4}" dt="2025-05-05T04:46:16.716" v="499" actId="26606"/>
          <ac:spMkLst>
            <pc:docMk/>
            <pc:sldMk cId="2759615607" sldId="320"/>
            <ac:spMk id="39" creationId="{996DFAFB-BCE1-4BEC-82FB-D574234DEF0A}"/>
          </ac:spMkLst>
        </pc:spChg>
        <pc:grpChg chg="add">
          <ac:chgData name="Mostafa Hussein" userId="079becf83cf85aad" providerId="LiveId" clId="{9DE85E39-FCFF-49BC-9970-685152D83FA4}" dt="2025-05-05T04:46:14.867" v="498" actId="26606"/>
          <ac:grpSpMkLst>
            <pc:docMk/>
            <pc:sldMk cId="2759615607" sldId="320"/>
            <ac:grpSpMk id="41" creationId="{4210BA9D-B4AC-4A1D-B63B-44F10A9A7D49}"/>
          </ac:grpSpMkLst>
        </pc:grpChg>
        <pc:grpChg chg="del">
          <ac:chgData name="Mostafa Hussein" userId="079becf83cf85aad" providerId="LiveId" clId="{9DE85E39-FCFF-49BC-9970-685152D83FA4}" dt="2025-05-05T04:46:16.716" v="499" actId="26606"/>
          <ac:grpSpMkLst>
            <pc:docMk/>
            <pc:sldMk cId="2759615607" sldId="320"/>
            <ac:grpSpMk id="51" creationId="{80F56037-8334-4400-9C7A-A3BEFA96A8A6}"/>
          </ac:grpSpMkLst>
        </pc:grpChg>
        <pc:picChg chg="add mod">
          <ac:chgData name="Mostafa Hussein" userId="079becf83cf85aad" providerId="LiveId" clId="{9DE85E39-FCFF-49BC-9970-685152D83FA4}" dt="2025-05-05T04:46:28.325" v="500" actId="14100"/>
          <ac:picMkLst>
            <pc:docMk/>
            <pc:sldMk cId="2759615607" sldId="320"/>
            <ac:picMk id="2" creationId="{B46870AD-CAC5-6FA7-BB1E-AD85F123D89F}"/>
          </ac:picMkLst>
        </pc:picChg>
        <pc:picChg chg="del">
          <ac:chgData name="Mostafa Hussein" userId="079becf83cf85aad" providerId="LiveId" clId="{9DE85E39-FCFF-49BC-9970-685152D83FA4}" dt="2025-05-05T04:45:44.514" v="490" actId="478"/>
          <ac:picMkLst>
            <pc:docMk/>
            <pc:sldMk cId="2759615607" sldId="320"/>
            <ac:picMk id="3074" creationId="{7E54B8B7-B32B-F5F1-10A8-C3961DF958DC}"/>
          </ac:picMkLst>
        </pc:picChg>
      </pc:sldChg>
      <pc:sldChg chg="addSp delSp modSp mod setBg">
        <pc:chgData name="Mostafa Hussein" userId="079becf83cf85aad" providerId="LiveId" clId="{9DE85E39-FCFF-49BC-9970-685152D83FA4}" dt="2025-05-05T04:48:12.097" v="517" actId="1076"/>
        <pc:sldMkLst>
          <pc:docMk/>
          <pc:sldMk cId="274782232" sldId="321"/>
        </pc:sldMkLst>
        <pc:spChg chg="mod ord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5" creationId="{16419B17-91B6-4698-9B79-6D45CE183468}"/>
          </ac:spMkLst>
        </pc:spChg>
        <pc:spChg chg="mod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6" creationId="{008EA085-8D6A-4288-99D9-03A368AD97DF}"/>
          </ac:spMkLst>
        </pc:spChg>
        <pc:spChg chg="add del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8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9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10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5T04:47:35.082" v="508" actId="26606"/>
          <ac:spMkLst>
            <pc:docMk/>
            <pc:sldMk cId="274782232" sldId="321"/>
            <ac:spMk id="11" creationId="{247A131F-D5DE-41A5-B4CF-4F345319B40B}"/>
          </ac:spMkLst>
        </pc:spChg>
        <pc:spChg chg="add del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12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5T04:47:35.082" v="508" actId="26606"/>
          <ac:spMkLst>
            <pc:docMk/>
            <pc:sldMk cId="274782232" sldId="321"/>
            <ac:spMk id="13" creationId="{3AF4666D-BD98-40A5-A75F-478B982010B2}"/>
          </ac:spMkLst>
        </pc:spChg>
        <pc:spChg chg="add del">
          <ac:chgData name="Mostafa Hussein" userId="079becf83cf85aad" providerId="LiveId" clId="{9DE85E39-FCFF-49BC-9970-685152D83FA4}" dt="2025-05-05T04:47:35.082" v="508" actId="26606"/>
          <ac:spMkLst>
            <pc:docMk/>
            <pc:sldMk cId="274782232" sldId="321"/>
            <ac:spMk id="15" creationId="{68680585-71F9-4721-A998-4974171D2EB4}"/>
          </ac:spMkLst>
        </pc:spChg>
        <pc:spChg chg="add del">
          <ac:chgData name="Mostafa Hussein" userId="079becf83cf85aad" providerId="LiveId" clId="{9DE85E39-FCFF-49BC-9970-685152D83FA4}" dt="2025-05-05T04:47:35.082" v="508" actId="26606"/>
          <ac:spMkLst>
            <pc:docMk/>
            <pc:sldMk cId="274782232" sldId="321"/>
            <ac:spMk id="17" creationId="{12BC95C2-2EEC-4F59-ABA8-660B0D059CCF}"/>
          </ac:spMkLst>
        </pc:spChg>
        <pc:spChg chg="add del">
          <ac:chgData name="Mostafa Hussein" userId="079becf83cf85aad" providerId="LiveId" clId="{9DE85E39-FCFF-49BC-9970-685152D83FA4}" dt="2025-05-05T04:47:35.082" v="508" actId="26606"/>
          <ac:spMkLst>
            <pc:docMk/>
            <pc:sldMk cId="274782232" sldId="321"/>
            <ac:spMk id="37" creationId="{F1174801-1395-44C5-9B00-CCAC45C056E7}"/>
          </ac:spMkLst>
        </pc:spChg>
        <pc:spChg chg="add del">
          <ac:chgData name="Mostafa Hussein" userId="079becf83cf85aad" providerId="LiveId" clId="{9DE85E39-FCFF-49BC-9970-685152D83FA4}" dt="2025-05-05T04:47:35.082" v="508" actId="26606"/>
          <ac:spMkLst>
            <pc:docMk/>
            <pc:sldMk cId="274782232" sldId="321"/>
            <ac:spMk id="39" creationId="{996DFAFB-BCE1-4BEC-82FB-D574234DEF0A}"/>
          </ac:spMkLst>
        </pc:spChg>
        <pc:spChg chg="add del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75" creationId="{F1174801-1395-44C5-9B00-CCAC45C056E7}"/>
          </ac:spMkLst>
        </pc:spChg>
        <pc:spChg chg="add del">
          <ac:chgData name="Mostafa Hussein" userId="079becf83cf85aad" providerId="LiveId" clId="{9DE85E39-FCFF-49BC-9970-685152D83FA4}" dt="2025-05-05T04:47:40.572" v="510" actId="26606"/>
          <ac:spMkLst>
            <pc:docMk/>
            <pc:sldMk cId="274782232" sldId="321"/>
            <ac:spMk id="76" creationId="{996DFAFB-BCE1-4BEC-82FB-D574234DEF0A}"/>
          </ac:spMkLst>
        </pc:spChg>
        <pc:grpChg chg="add del">
          <ac:chgData name="Mostafa Hussein" userId="079becf83cf85aad" providerId="LiveId" clId="{9DE85E39-FCFF-49BC-9970-685152D83FA4}" dt="2025-05-05T04:47:35.082" v="508" actId="26606"/>
          <ac:grpSpMkLst>
            <pc:docMk/>
            <pc:sldMk cId="274782232" sldId="321"/>
            <ac:grpSpMk id="19" creationId="{03E9870D-4BBA-43AF-8D44-BBADF020CFF6}"/>
          </ac:grpSpMkLst>
        </pc:grpChg>
        <pc:grpChg chg="add">
          <ac:chgData name="Mostafa Hussein" userId="079becf83cf85aad" providerId="LiveId" clId="{9DE85E39-FCFF-49BC-9970-685152D83FA4}" dt="2025-05-05T04:47:39.219" v="509" actId="26606"/>
          <ac:grpSpMkLst>
            <pc:docMk/>
            <pc:sldMk cId="274782232" sldId="321"/>
            <ac:grpSpMk id="77" creationId="{C58EB9D6-7434-4DCA-B246-4085B34C6886}"/>
          </ac:grpSpMkLst>
        </pc:grpChg>
        <pc:grpChg chg="del">
          <ac:chgData name="Mostafa Hussein" userId="079becf83cf85aad" providerId="LiveId" clId="{9DE85E39-FCFF-49BC-9970-685152D83FA4}" dt="2025-05-05T04:47:40.572" v="510" actId="26606"/>
          <ac:grpSpMkLst>
            <pc:docMk/>
            <pc:sldMk cId="274782232" sldId="321"/>
            <ac:grpSpMk id="85" creationId="{EE033757-BE6B-4CBC-928C-EFBB96AED1DE}"/>
          </ac:grpSpMkLst>
        </pc:grpChg>
        <pc:picChg chg="add mod">
          <ac:chgData name="Mostafa Hussein" userId="079becf83cf85aad" providerId="LiveId" clId="{9DE85E39-FCFF-49BC-9970-685152D83FA4}" dt="2025-05-05T04:48:12.097" v="517" actId="1076"/>
          <ac:picMkLst>
            <pc:docMk/>
            <pc:sldMk cId="274782232" sldId="321"/>
            <ac:picMk id="2" creationId="{71937D09-E2FD-F58E-6871-8D39DB466E3D}"/>
          </ac:picMkLst>
        </pc:picChg>
        <pc:picChg chg="del">
          <ac:chgData name="Mostafa Hussein" userId="079becf83cf85aad" providerId="LiveId" clId="{9DE85E39-FCFF-49BC-9970-685152D83FA4}" dt="2025-05-05T04:46:49.472" v="501" actId="478"/>
          <ac:picMkLst>
            <pc:docMk/>
            <pc:sldMk cId="274782232" sldId="321"/>
            <ac:picMk id="4098" creationId="{6BABB34C-09A4-772E-CBE0-BC11150B8017}"/>
          </ac:picMkLst>
        </pc:picChg>
      </pc:sldChg>
      <pc:sldChg chg="addSp delSp modSp mod">
        <pc:chgData name="Mostafa Hussein" userId="079becf83cf85aad" providerId="LiveId" clId="{9DE85E39-FCFF-49BC-9970-685152D83FA4}" dt="2025-05-05T04:50:17.276" v="529" actId="1076"/>
        <pc:sldMkLst>
          <pc:docMk/>
          <pc:sldMk cId="3605560554" sldId="322"/>
        </pc:sldMkLst>
        <pc:spChg chg="mod">
          <ac:chgData name="Mostafa Hussein" userId="079becf83cf85aad" providerId="LiveId" clId="{9DE85E39-FCFF-49BC-9970-685152D83FA4}" dt="2025-05-05T04:49:57.520" v="523" actId="255"/>
          <ac:spMkLst>
            <pc:docMk/>
            <pc:sldMk cId="3605560554" sldId="322"/>
            <ac:spMk id="6" creationId="{008EA085-8D6A-4288-99D9-03A368AD97DF}"/>
          </ac:spMkLst>
        </pc:spChg>
        <pc:picChg chg="add mod">
          <ac:chgData name="Mostafa Hussein" userId="079becf83cf85aad" providerId="LiveId" clId="{9DE85E39-FCFF-49BC-9970-685152D83FA4}" dt="2025-05-05T04:50:17.276" v="529" actId="1076"/>
          <ac:picMkLst>
            <pc:docMk/>
            <pc:sldMk cId="3605560554" sldId="322"/>
            <ac:picMk id="3" creationId="{12CD0C1F-004D-8CF6-856C-DA01148054CC}"/>
          </ac:picMkLst>
        </pc:picChg>
        <pc:picChg chg="del">
          <ac:chgData name="Mostafa Hussein" userId="079becf83cf85aad" providerId="LiveId" clId="{9DE85E39-FCFF-49BC-9970-685152D83FA4}" dt="2025-05-05T04:48:50.688" v="518" actId="478"/>
          <ac:picMkLst>
            <pc:docMk/>
            <pc:sldMk cId="3605560554" sldId="322"/>
            <ac:picMk id="5122" creationId="{0A6AA0E2-CE7A-1767-1082-D4CEBC362F28}"/>
          </ac:picMkLst>
        </pc:picChg>
      </pc:sldChg>
      <pc:sldChg chg="modSp mod">
        <pc:chgData name="Mostafa Hussein" userId="079becf83cf85aad" providerId="LiveId" clId="{9DE85E39-FCFF-49BC-9970-685152D83FA4}" dt="2025-05-05T04:59:55.079" v="562" actId="1076"/>
        <pc:sldMkLst>
          <pc:docMk/>
          <pc:sldMk cId="2646458665" sldId="323"/>
        </pc:sldMkLst>
        <pc:spChg chg="mod">
          <ac:chgData name="Mostafa Hussein" userId="079becf83cf85aad" providerId="LiveId" clId="{9DE85E39-FCFF-49BC-9970-685152D83FA4}" dt="2025-05-05T04:50:41.602" v="532" actId="20577"/>
          <ac:spMkLst>
            <pc:docMk/>
            <pc:sldMk cId="2646458665" sldId="323"/>
            <ac:spMk id="6" creationId="{406C0716-5D59-43AE-A330-C9AC7B2CD347}"/>
          </ac:spMkLst>
        </pc:spChg>
        <pc:spChg chg="mod">
          <ac:chgData name="Mostafa Hussein" userId="079becf83cf85aad" providerId="LiveId" clId="{9DE85E39-FCFF-49BC-9970-685152D83FA4}" dt="2025-05-05T04:59:55.079" v="562" actId="1076"/>
          <ac:spMkLst>
            <pc:docMk/>
            <pc:sldMk cId="2646458665" sldId="323"/>
            <ac:spMk id="7" creationId="{9E6680CE-A768-4BCE-A8EF-EEDE6ABA3F0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8.png"/><Relationship Id="rId7" Type="http://schemas.openxmlformats.org/officeDocument/2006/relationships/image" Target="../media/image5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6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8.png"/><Relationship Id="rId7" Type="http://schemas.openxmlformats.org/officeDocument/2006/relationships/image" Target="../media/image5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6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81B674-51E6-414B-B0E0-EB5461F4EC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64E76-B619-44FD-9AE1-337807ECC5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Project Objectives</a:t>
          </a:r>
        </a:p>
      </dgm:t>
    </dgm:pt>
    <dgm:pt modelId="{094AC8F7-568D-44EC-BB7B-BB72688AF5D0}" type="parTrans" cxnId="{80CEA13A-1F2F-46A4-9167-E99FFD5DDAE7}">
      <dgm:prSet/>
      <dgm:spPr/>
      <dgm:t>
        <a:bodyPr/>
        <a:lstStyle/>
        <a:p>
          <a:endParaRPr lang="en-US"/>
        </a:p>
      </dgm:t>
    </dgm:pt>
    <dgm:pt modelId="{17B45388-A5D9-4B09-AB19-E9D62DA303BD}" type="sibTrans" cxnId="{80CEA13A-1F2F-46A4-9167-E99FFD5DDAE7}">
      <dgm:prSet/>
      <dgm:spPr/>
      <dgm:t>
        <a:bodyPr/>
        <a:lstStyle/>
        <a:p>
          <a:endParaRPr lang="en-US"/>
        </a:p>
      </dgm:t>
    </dgm:pt>
    <dgm:pt modelId="{854C1DAF-4417-4116-A133-3FF540E1B4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Suggested </a:t>
          </a:r>
          <a:r>
            <a:rPr lang="en-US" dirty="0" smtClean="0"/>
            <a:t>Solution &amp; Deliverables</a:t>
          </a:r>
          <a:endParaRPr lang="en-US" dirty="0"/>
        </a:p>
      </dgm:t>
    </dgm:pt>
    <dgm:pt modelId="{083995A7-5D91-4503-B1E6-7135080E0A9E}" type="parTrans" cxnId="{2B575032-EF0D-469B-AF94-6B68FC5B6171}">
      <dgm:prSet/>
      <dgm:spPr/>
      <dgm:t>
        <a:bodyPr/>
        <a:lstStyle/>
        <a:p>
          <a:endParaRPr lang="en-US"/>
        </a:p>
      </dgm:t>
    </dgm:pt>
    <dgm:pt modelId="{651ECA6D-6BB4-4FC3-8B3C-5F766E3AEA03}" type="sibTrans" cxnId="{2B575032-EF0D-469B-AF94-6B68FC5B6171}">
      <dgm:prSet/>
      <dgm:spPr/>
      <dgm:t>
        <a:bodyPr/>
        <a:lstStyle/>
        <a:p>
          <a:endParaRPr lang="en-US"/>
        </a:p>
      </dgm:t>
    </dgm:pt>
    <dgm:pt modelId="{687894E8-91AA-467E-8E6B-5C55788B23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smtClean="0"/>
            <a:t>Project Requirements</a:t>
          </a:r>
          <a:endParaRPr lang="en-US" dirty="0"/>
        </a:p>
      </dgm:t>
    </dgm:pt>
    <dgm:pt modelId="{7D56634A-A815-4047-8373-262597B4221D}" type="parTrans" cxnId="{E5547E93-7639-4F32-85B3-9614F8749668}">
      <dgm:prSet/>
      <dgm:spPr/>
      <dgm:t>
        <a:bodyPr/>
        <a:lstStyle/>
        <a:p>
          <a:endParaRPr lang="en-US"/>
        </a:p>
      </dgm:t>
    </dgm:pt>
    <dgm:pt modelId="{17170256-D197-4A00-B3A1-2B4671B2DC3D}" type="sibTrans" cxnId="{E5547E93-7639-4F32-85B3-9614F8749668}">
      <dgm:prSet/>
      <dgm:spPr/>
      <dgm:t>
        <a:bodyPr/>
        <a:lstStyle/>
        <a:p>
          <a:endParaRPr lang="en-US"/>
        </a:p>
      </dgm:t>
    </dgm:pt>
    <dgm:pt modelId="{8252C52B-8D58-4362-BBC3-D4C11837E8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smtClean="0"/>
            <a:t>Conclusion &amp; Future Work</a:t>
          </a:r>
          <a:endParaRPr lang="en-US" dirty="0"/>
        </a:p>
      </dgm:t>
    </dgm:pt>
    <dgm:pt modelId="{00BAA5A5-852A-4857-BA56-014406944B52}" type="parTrans" cxnId="{6A33E147-326D-4452-8644-80F4F23C477A}">
      <dgm:prSet/>
      <dgm:spPr/>
      <dgm:t>
        <a:bodyPr/>
        <a:lstStyle/>
        <a:p>
          <a:endParaRPr lang="en-US"/>
        </a:p>
      </dgm:t>
    </dgm:pt>
    <dgm:pt modelId="{41F50517-A044-4A34-A2E8-AB5D64082ACF}" type="sibTrans" cxnId="{6A33E147-326D-4452-8644-80F4F23C477A}">
      <dgm:prSet/>
      <dgm:spPr/>
      <dgm:t>
        <a:bodyPr/>
        <a:lstStyle/>
        <a:p>
          <a:endParaRPr lang="en-US"/>
        </a:p>
      </dgm:t>
    </dgm:pt>
    <dgm:pt modelId="{525B6075-9322-4AC6-A39E-B72EB9EBCE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UML Diagrams</a:t>
          </a:r>
        </a:p>
      </dgm:t>
    </dgm:pt>
    <dgm:pt modelId="{140C452A-61DD-4C8C-806D-57B8FD278121}" type="parTrans" cxnId="{18EA08B0-E661-4221-8226-995B7D19C8C8}">
      <dgm:prSet/>
      <dgm:spPr/>
      <dgm:t>
        <a:bodyPr/>
        <a:lstStyle/>
        <a:p>
          <a:endParaRPr lang="en-US"/>
        </a:p>
      </dgm:t>
    </dgm:pt>
    <dgm:pt modelId="{049A7288-6BDC-465E-8298-B8AB887E2D55}" type="sibTrans" cxnId="{18EA08B0-E661-4221-8226-995B7D19C8C8}">
      <dgm:prSet/>
      <dgm:spPr/>
      <dgm:t>
        <a:bodyPr/>
        <a:lstStyle/>
        <a:p>
          <a:endParaRPr lang="en-US"/>
        </a:p>
      </dgm:t>
    </dgm:pt>
    <dgm:pt modelId="{42861F8B-E45D-42AC-AEF5-CAC1B1484D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Problem </a:t>
          </a:r>
          <a:r>
            <a:rPr lang="en-US" dirty="0" smtClean="0"/>
            <a:t>&amp; Motivation</a:t>
          </a:r>
          <a:endParaRPr lang="en-US" dirty="0"/>
        </a:p>
      </dgm:t>
    </dgm:pt>
    <dgm:pt modelId="{3EEE2F23-4539-43AC-AF84-F0F783839C8C}" type="sibTrans" cxnId="{F8ACF80A-7807-44FF-A085-3C58DC26FC00}">
      <dgm:prSet/>
      <dgm:spPr/>
      <dgm:t>
        <a:bodyPr/>
        <a:lstStyle/>
        <a:p>
          <a:endParaRPr lang="en-US"/>
        </a:p>
      </dgm:t>
    </dgm:pt>
    <dgm:pt modelId="{E724A49A-C9B9-4D29-AD83-9B1116B13CE4}" type="parTrans" cxnId="{F8ACF80A-7807-44FF-A085-3C58DC26FC00}">
      <dgm:prSet/>
      <dgm:spPr/>
      <dgm:t>
        <a:bodyPr/>
        <a:lstStyle/>
        <a:p>
          <a:endParaRPr lang="en-US"/>
        </a:p>
      </dgm:t>
    </dgm:pt>
    <dgm:pt modelId="{6CA4BA14-C03A-45B3-A7BC-C395D54E62FD}">
      <dgm:prSet/>
      <dgm:spPr/>
      <dgm:t>
        <a:bodyPr/>
        <a:lstStyle/>
        <a:p>
          <a:r>
            <a:rPr lang="en-US" dirty="0" smtClean="0"/>
            <a:t>Project Results</a:t>
          </a:r>
          <a:endParaRPr lang="ar-EG" dirty="0" smtClean="0"/>
        </a:p>
      </dgm:t>
    </dgm:pt>
    <dgm:pt modelId="{27567E58-5EA0-4024-89F6-470C596FF2BB}" type="parTrans" cxnId="{0C501FF4-E1EA-4D32-9758-DEC3884CB1A2}">
      <dgm:prSet/>
      <dgm:spPr/>
      <dgm:t>
        <a:bodyPr/>
        <a:lstStyle/>
        <a:p>
          <a:pPr rtl="1"/>
          <a:endParaRPr lang="ar-EG"/>
        </a:p>
      </dgm:t>
    </dgm:pt>
    <dgm:pt modelId="{E86CC3EB-A56F-4B55-B118-01E3FA246ABA}" type="sibTrans" cxnId="{0C501FF4-E1EA-4D32-9758-DEC3884CB1A2}">
      <dgm:prSet/>
      <dgm:spPr/>
      <dgm:t>
        <a:bodyPr/>
        <a:lstStyle/>
        <a:p>
          <a:pPr rtl="1"/>
          <a:endParaRPr lang="ar-EG"/>
        </a:p>
      </dgm:t>
    </dgm:pt>
    <dgm:pt modelId="{6AB178C4-0A36-4F19-8CD3-83F2654D9522}" type="pres">
      <dgm:prSet presAssocID="{7481B674-51E6-414B-B0E0-EB5461F4ECFF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pPr rtl="1"/>
          <a:endParaRPr lang="ar-EG"/>
        </a:p>
      </dgm:t>
    </dgm:pt>
    <dgm:pt modelId="{DD8F8FD3-ED68-4448-979C-E0B7F62F2848}" type="pres">
      <dgm:prSet presAssocID="{42861F8B-E45D-42AC-AEF5-CAC1B1484D78}" presName="compNode" presStyleCnt="0"/>
      <dgm:spPr/>
    </dgm:pt>
    <dgm:pt modelId="{7695C43B-F87E-48CB-A030-F20DD971362D}" type="pres">
      <dgm:prSet presAssocID="{42861F8B-E45D-42AC-AEF5-CAC1B1484D78}" presName="bgRect" presStyleLbl="bgShp" presStyleIdx="0" presStyleCnt="7"/>
      <dgm:spPr/>
      <dgm:t>
        <a:bodyPr/>
        <a:lstStyle/>
        <a:p>
          <a:pPr rtl="1"/>
          <a:endParaRPr lang="ar-EG"/>
        </a:p>
      </dgm:t>
    </dgm:pt>
    <dgm:pt modelId="{73B098A2-E20D-4590-85C7-A5D2455C07A4}" type="pres">
      <dgm:prSet presAssocID="{42861F8B-E45D-42AC-AEF5-CAC1B1484D7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pPr rtl="1"/>
          <a:endParaRPr lang="ar-EG"/>
        </a:p>
      </dgm:t>
      <dgm:extLst/>
    </dgm:pt>
    <dgm:pt modelId="{7DC13C00-4FC5-40EF-8113-1C3715D953B2}" type="pres">
      <dgm:prSet presAssocID="{42861F8B-E45D-42AC-AEF5-CAC1B1484D78}" presName="spaceRect" presStyleCnt="0"/>
      <dgm:spPr/>
    </dgm:pt>
    <dgm:pt modelId="{7B410E36-8D6D-4A87-A56C-9AEA02D698A3}" type="pres">
      <dgm:prSet presAssocID="{42861F8B-E45D-42AC-AEF5-CAC1B1484D78}" presName="parTx" presStyleLbl="revTx" presStyleIdx="0" presStyleCnt="7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  <dgm:pt modelId="{62CFDC13-C1DF-46E4-9F3D-009878BB14F5}" type="pres">
      <dgm:prSet presAssocID="{3EEE2F23-4539-43AC-AF84-F0F783839C8C}" presName="sibTrans" presStyleCnt="0"/>
      <dgm:spPr/>
    </dgm:pt>
    <dgm:pt modelId="{97D64C16-191F-44B7-8B90-7595504E7244}" type="pres">
      <dgm:prSet presAssocID="{19264E76-B619-44FD-9AE1-337807ECC5C7}" presName="compNode" presStyleCnt="0"/>
      <dgm:spPr/>
    </dgm:pt>
    <dgm:pt modelId="{48684E6C-F1E4-40C4-8851-16C4D58AC8DD}" type="pres">
      <dgm:prSet presAssocID="{19264E76-B619-44FD-9AE1-337807ECC5C7}" presName="bgRect" presStyleLbl="bgShp" presStyleIdx="1" presStyleCnt="7"/>
      <dgm:spPr/>
    </dgm:pt>
    <dgm:pt modelId="{57FC19DC-6F61-4229-B17E-4A94EEF403E0}" type="pres">
      <dgm:prSet presAssocID="{19264E76-B619-44FD-9AE1-337807ECC5C7}" presName="iconRect" presStyleLbl="node1" presStyleIdx="1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pPr rtl="1"/>
          <a:endParaRPr lang="ar-EG"/>
        </a:p>
      </dgm:t>
      <dgm:extLst>
        <a:ext uri="{E40237B7-FDA0-4F09-8148-C483321AD2D9}">
          <dgm14:cNvPr xmlns:dgm14="http://schemas.microsoft.com/office/drawing/2010/diagram" id="0" name="" descr="New Team Project"/>
        </a:ext>
      </dgm:extLst>
    </dgm:pt>
    <dgm:pt modelId="{713BA61C-E0DC-4166-A20F-18B1599BE5B9}" type="pres">
      <dgm:prSet presAssocID="{19264E76-B619-44FD-9AE1-337807ECC5C7}" presName="spaceRect" presStyleCnt="0"/>
      <dgm:spPr/>
    </dgm:pt>
    <dgm:pt modelId="{241130D9-8BE9-4912-8C04-C834F7C8F4D5}" type="pres">
      <dgm:prSet presAssocID="{19264E76-B619-44FD-9AE1-337807ECC5C7}" presName="parTx" presStyleLbl="revTx" presStyleIdx="1" presStyleCnt="7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  <dgm:pt modelId="{C3DD54D2-7D3D-4A82-8ED7-58F21F8B2843}" type="pres">
      <dgm:prSet presAssocID="{17B45388-A5D9-4B09-AB19-E9D62DA303BD}" presName="sibTrans" presStyleCnt="0"/>
      <dgm:spPr/>
    </dgm:pt>
    <dgm:pt modelId="{52A96EC5-9C5C-44DB-B5C6-869FFB4A9C2F}" type="pres">
      <dgm:prSet presAssocID="{854C1DAF-4417-4116-A133-3FF540E1B4E2}" presName="compNode" presStyleCnt="0"/>
      <dgm:spPr/>
    </dgm:pt>
    <dgm:pt modelId="{59837822-4CE6-4EF6-9B88-253DD3262044}" type="pres">
      <dgm:prSet presAssocID="{854C1DAF-4417-4116-A133-3FF540E1B4E2}" presName="bgRect" presStyleLbl="bgShp" presStyleIdx="2" presStyleCnt="7"/>
      <dgm:spPr/>
    </dgm:pt>
    <dgm:pt modelId="{CA6D3E38-A3AA-49D6-9E29-5314B79F35F0}" type="pres">
      <dgm:prSet presAssocID="{854C1DAF-4417-4116-A133-3FF540E1B4E2}" presName="iconRect" presStyleLbl="node1" presStyleIdx="2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pPr rtl="1"/>
          <a:endParaRPr lang="ar-EG"/>
        </a:p>
      </dgm:t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ADD4840C-CE40-4EF9-BDA9-AEA116A20D33}" type="pres">
      <dgm:prSet presAssocID="{854C1DAF-4417-4116-A133-3FF540E1B4E2}" presName="spaceRect" presStyleCnt="0"/>
      <dgm:spPr/>
    </dgm:pt>
    <dgm:pt modelId="{9BCAD551-6097-4FDD-A0DC-812C62E0047D}" type="pres">
      <dgm:prSet presAssocID="{854C1DAF-4417-4116-A133-3FF540E1B4E2}" presName="parTx" presStyleLbl="revTx" presStyleIdx="2" presStyleCnt="7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  <dgm:pt modelId="{D2B67448-C84E-405A-9401-A038CD5FAE29}" type="pres">
      <dgm:prSet presAssocID="{651ECA6D-6BB4-4FC3-8B3C-5F766E3AEA03}" presName="sibTrans" presStyleCnt="0"/>
      <dgm:spPr/>
    </dgm:pt>
    <dgm:pt modelId="{69663070-29D8-4F23-94F2-1CFD3712D125}" type="pres">
      <dgm:prSet presAssocID="{687894E8-91AA-467E-8E6B-5C55788B2311}" presName="compNode" presStyleCnt="0"/>
      <dgm:spPr/>
    </dgm:pt>
    <dgm:pt modelId="{11A95A8D-AC77-473E-A54B-14166B15FCBB}" type="pres">
      <dgm:prSet presAssocID="{687894E8-91AA-467E-8E6B-5C55788B2311}" presName="bgRect" presStyleLbl="bgShp" presStyleIdx="3" presStyleCnt="7"/>
      <dgm:spPr/>
    </dgm:pt>
    <dgm:pt modelId="{269C2C1B-3344-40DB-B4B0-5206FFA28E0A}" type="pres">
      <dgm:prSet presAssocID="{687894E8-91AA-467E-8E6B-5C55788B2311}" presName="iconRect" presStyleLbl="node1" presStyleIdx="3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t>
        <a:bodyPr/>
        <a:lstStyle/>
        <a:p>
          <a:pPr rtl="1"/>
          <a:endParaRPr lang="ar-EG"/>
        </a:p>
      </dgm:t>
      <dgm:extLst>
        <a:ext uri="{E40237B7-FDA0-4F09-8148-C483321AD2D9}">
          <dgm14:cNvPr xmlns:dgm14="http://schemas.microsoft.com/office/drawing/2010/diagram" id="0" name="" descr="Add Bookmark"/>
        </a:ext>
      </dgm:extLst>
    </dgm:pt>
    <dgm:pt modelId="{9C5208C5-C1AE-49D8-B7D8-84ADBD83CFCE}" type="pres">
      <dgm:prSet presAssocID="{687894E8-91AA-467E-8E6B-5C55788B2311}" presName="spaceRect" presStyleCnt="0"/>
      <dgm:spPr/>
    </dgm:pt>
    <dgm:pt modelId="{842EE4AD-D62F-406D-ABF6-A13672575A70}" type="pres">
      <dgm:prSet presAssocID="{687894E8-91AA-467E-8E6B-5C55788B2311}" presName="parTx" presStyleLbl="revTx" presStyleIdx="3" presStyleCnt="7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  <dgm:pt modelId="{A0026E4A-FF2B-4841-AD3A-AFB4083B78D5}" type="pres">
      <dgm:prSet presAssocID="{17170256-D197-4A00-B3A1-2B4671B2DC3D}" presName="sibTrans" presStyleCnt="0"/>
      <dgm:spPr/>
    </dgm:pt>
    <dgm:pt modelId="{899DB7E4-DC34-4BEF-97C4-106941DD4DB3}" type="pres">
      <dgm:prSet presAssocID="{8252C52B-8D58-4362-BBC3-D4C11837E818}" presName="compNode" presStyleCnt="0"/>
      <dgm:spPr/>
    </dgm:pt>
    <dgm:pt modelId="{F5346DC9-64E3-4E2F-BDB3-CC06D4061FB3}" type="pres">
      <dgm:prSet presAssocID="{8252C52B-8D58-4362-BBC3-D4C11837E818}" presName="bgRect" presStyleLbl="bgShp" presStyleIdx="4" presStyleCnt="7"/>
      <dgm:spPr/>
    </dgm:pt>
    <dgm:pt modelId="{C8A236DD-5690-4548-88E9-3803DDBB771D}" type="pres">
      <dgm:prSet presAssocID="{8252C52B-8D58-4362-BBC3-D4C11837E818}" presName="iconRect" presStyleLbl="node1" presStyleIdx="4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</dgm:spPr>
      <dgm:t>
        <a:bodyPr/>
        <a:lstStyle/>
        <a:p>
          <a:pPr rtl="1"/>
          <a:endParaRPr lang="ar-EG"/>
        </a:p>
      </dgm:t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DAF35B3D-8BCB-44A5-A363-10A65D9B69E8}" type="pres">
      <dgm:prSet presAssocID="{8252C52B-8D58-4362-BBC3-D4C11837E818}" presName="spaceRect" presStyleCnt="0"/>
      <dgm:spPr/>
    </dgm:pt>
    <dgm:pt modelId="{7956B856-5A2F-4D8F-A17E-27F10081F114}" type="pres">
      <dgm:prSet presAssocID="{8252C52B-8D58-4362-BBC3-D4C11837E818}" presName="parTx" presStyleLbl="revTx" presStyleIdx="4" presStyleCnt="7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  <dgm:pt modelId="{93FCDE30-4691-45ED-8480-A2759E3FDC7B}" type="pres">
      <dgm:prSet presAssocID="{41F50517-A044-4A34-A2E8-AB5D64082ACF}" presName="sibTrans" presStyleCnt="0"/>
      <dgm:spPr/>
    </dgm:pt>
    <dgm:pt modelId="{AA6D315B-CD39-440B-856B-7E351FA36824}" type="pres">
      <dgm:prSet presAssocID="{525B6075-9322-4AC6-A39E-B72EB9EBCEC9}" presName="compNode" presStyleCnt="0"/>
      <dgm:spPr/>
    </dgm:pt>
    <dgm:pt modelId="{92366BCA-7371-4A5B-A1A5-782748093A27}" type="pres">
      <dgm:prSet presAssocID="{525B6075-9322-4AC6-A39E-B72EB9EBCEC9}" presName="bgRect" presStyleLbl="bgShp" presStyleIdx="5" presStyleCnt="7"/>
      <dgm:spPr/>
    </dgm:pt>
    <dgm:pt modelId="{8FAB9F1D-3758-473D-A7B2-4015DFA77A13}" type="pres">
      <dgm:prSet presAssocID="{525B6075-9322-4AC6-A39E-B72EB9EBCEC9}" presName="iconRect" presStyleLbl="node1" presStyleIdx="5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a:blipFill>
      </dgm:spPr>
      <dgm:t>
        <a:bodyPr/>
        <a:lstStyle/>
        <a:p>
          <a:pPr rtl="1"/>
          <a:endParaRPr lang="ar-EG"/>
        </a:p>
      </dgm:t>
      <dgm:extLst>
        <a:ext uri="{E40237B7-FDA0-4F09-8148-C483321AD2D9}">
          <dgm14:cNvPr xmlns:dgm14="http://schemas.microsoft.com/office/drawing/2010/diagram" id="0" name="" descr="Visio Diagram"/>
        </a:ext>
      </dgm:extLst>
    </dgm:pt>
    <dgm:pt modelId="{943B63D2-698C-42B7-9286-6A1CD3773A15}" type="pres">
      <dgm:prSet presAssocID="{525B6075-9322-4AC6-A39E-B72EB9EBCEC9}" presName="spaceRect" presStyleCnt="0"/>
      <dgm:spPr/>
    </dgm:pt>
    <dgm:pt modelId="{63C86DB9-E89B-48F6-806D-E05FE5EAD115}" type="pres">
      <dgm:prSet presAssocID="{525B6075-9322-4AC6-A39E-B72EB9EBCEC9}" presName="parTx" presStyleLbl="revTx" presStyleIdx="5" presStyleCnt="7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  <dgm:pt modelId="{566A3C2B-5945-4593-BCCF-95D13C6E23E0}" type="pres">
      <dgm:prSet presAssocID="{049A7288-6BDC-465E-8298-B8AB887E2D55}" presName="sibTrans" presStyleCnt="0"/>
      <dgm:spPr/>
    </dgm:pt>
    <dgm:pt modelId="{0CFB8566-22DB-471C-850B-1064E2F3F0DE}" type="pres">
      <dgm:prSet presAssocID="{6CA4BA14-C03A-45B3-A7BC-C395D54E62FD}" presName="compNode" presStyleCnt="0"/>
      <dgm:spPr/>
    </dgm:pt>
    <dgm:pt modelId="{CD822F2C-3A87-464C-8B3F-96E42F192268}" type="pres">
      <dgm:prSet presAssocID="{6CA4BA14-C03A-45B3-A7BC-C395D54E62FD}" presName="bgRect" presStyleLbl="bgShp" presStyleIdx="6" presStyleCnt="7"/>
      <dgm:spPr/>
    </dgm:pt>
    <dgm:pt modelId="{1BE629F6-B914-4D95-9FB5-8B973A2AB005}" type="pres">
      <dgm:prSet presAssocID="{6CA4BA14-C03A-45B3-A7BC-C395D54E62FD}" presName="iconRect" presStyleLbl="node1" presStyleIdx="6" presStyleCnt="7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pPr rtl="1"/>
          <a:endParaRPr lang="ar-EG"/>
        </a:p>
      </dgm:t>
      <dgm:extLst>
        <a:ext uri="{E40237B7-FDA0-4F09-8148-C483321AD2D9}">
          <dgm14:cNvPr xmlns:dgm14="http://schemas.microsoft.com/office/drawing/2010/diagram" id="0" name="" descr="Like"/>
        </a:ext>
      </dgm:extLst>
    </dgm:pt>
    <dgm:pt modelId="{CB876CEF-A839-41E1-8CFB-05F6DCF534B6}" type="pres">
      <dgm:prSet presAssocID="{6CA4BA14-C03A-45B3-A7BC-C395D54E62FD}" presName="spaceRect" presStyleCnt="0"/>
      <dgm:spPr/>
    </dgm:pt>
    <dgm:pt modelId="{C2F5C7EB-14D8-4531-9A4C-5BACE80653EB}" type="pres">
      <dgm:prSet presAssocID="{6CA4BA14-C03A-45B3-A7BC-C395D54E62FD}" presName="parTx" presStyleLbl="revTx" presStyleIdx="6" presStyleCnt="7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</dgm:ptLst>
  <dgm:cxnLst>
    <dgm:cxn modelId="{87022686-67F9-4F77-B03B-3C9C734D5BEB}" type="presOf" srcId="{7481B674-51E6-414B-B0E0-EB5461F4ECFF}" destId="{6AB178C4-0A36-4F19-8CD3-83F2654D9522}" srcOrd="0" destOrd="0" presId="urn:microsoft.com/office/officeart/2018/2/layout/IconVerticalSolidList"/>
    <dgm:cxn modelId="{DA4AC7D5-03EF-4B3F-8E34-C22624845DBE}" type="presOf" srcId="{42861F8B-E45D-42AC-AEF5-CAC1B1484D78}" destId="{7B410E36-8D6D-4A87-A56C-9AEA02D698A3}" srcOrd="0" destOrd="0" presId="urn:microsoft.com/office/officeart/2018/2/layout/IconVerticalSolidList"/>
    <dgm:cxn modelId="{402D3E96-33FB-4B41-8806-B10E2AF5A659}" type="presOf" srcId="{19264E76-B619-44FD-9AE1-337807ECC5C7}" destId="{241130D9-8BE9-4912-8C04-C834F7C8F4D5}" srcOrd="0" destOrd="0" presId="urn:microsoft.com/office/officeart/2018/2/layout/IconVerticalSolidList"/>
    <dgm:cxn modelId="{80CEA13A-1F2F-46A4-9167-E99FFD5DDAE7}" srcId="{7481B674-51E6-414B-B0E0-EB5461F4ECFF}" destId="{19264E76-B619-44FD-9AE1-337807ECC5C7}" srcOrd="1" destOrd="0" parTransId="{094AC8F7-568D-44EC-BB7B-BB72688AF5D0}" sibTransId="{17B45388-A5D9-4B09-AB19-E9D62DA303BD}"/>
    <dgm:cxn modelId="{18EA08B0-E661-4221-8226-995B7D19C8C8}" srcId="{7481B674-51E6-414B-B0E0-EB5461F4ECFF}" destId="{525B6075-9322-4AC6-A39E-B72EB9EBCEC9}" srcOrd="5" destOrd="0" parTransId="{140C452A-61DD-4C8C-806D-57B8FD278121}" sibTransId="{049A7288-6BDC-465E-8298-B8AB887E2D55}"/>
    <dgm:cxn modelId="{EC627E4B-D273-4C75-A9F9-AF9CF55AE8BC}" type="presOf" srcId="{854C1DAF-4417-4116-A133-3FF540E1B4E2}" destId="{9BCAD551-6097-4FDD-A0DC-812C62E0047D}" srcOrd="0" destOrd="0" presId="urn:microsoft.com/office/officeart/2018/2/layout/IconVerticalSolidList"/>
    <dgm:cxn modelId="{6A33E147-326D-4452-8644-80F4F23C477A}" srcId="{7481B674-51E6-414B-B0E0-EB5461F4ECFF}" destId="{8252C52B-8D58-4362-BBC3-D4C11837E818}" srcOrd="4" destOrd="0" parTransId="{00BAA5A5-852A-4857-BA56-014406944B52}" sibTransId="{41F50517-A044-4A34-A2E8-AB5D64082ACF}"/>
    <dgm:cxn modelId="{52E2E37C-4AE9-4F7A-8009-147AA46FFA28}" type="presOf" srcId="{525B6075-9322-4AC6-A39E-B72EB9EBCEC9}" destId="{63C86DB9-E89B-48F6-806D-E05FE5EAD115}" srcOrd="0" destOrd="0" presId="urn:microsoft.com/office/officeart/2018/2/layout/IconVerticalSolidList"/>
    <dgm:cxn modelId="{E5547E93-7639-4F32-85B3-9614F8749668}" srcId="{7481B674-51E6-414B-B0E0-EB5461F4ECFF}" destId="{687894E8-91AA-467E-8E6B-5C55788B2311}" srcOrd="3" destOrd="0" parTransId="{7D56634A-A815-4047-8373-262597B4221D}" sibTransId="{17170256-D197-4A00-B3A1-2B4671B2DC3D}"/>
    <dgm:cxn modelId="{B3802BE7-6507-439B-8486-AB9B2827EE91}" type="presOf" srcId="{687894E8-91AA-467E-8E6B-5C55788B2311}" destId="{842EE4AD-D62F-406D-ABF6-A13672575A70}" srcOrd="0" destOrd="0" presId="urn:microsoft.com/office/officeart/2018/2/layout/IconVerticalSolidList"/>
    <dgm:cxn modelId="{F8ACF80A-7807-44FF-A085-3C58DC26FC00}" srcId="{7481B674-51E6-414B-B0E0-EB5461F4ECFF}" destId="{42861F8B-E45D-42AC-AEF5-CAC1B1484D78}" srcOrd="0" destOrd="0" parTransId="{E724A49A-C9B9-4D29-AD83-9B1116B13CE4}" sibTransId="{3EEE2F23-4539-43AC-AF84-F0F783839C8C}"/>
    <dgm:cxn modelId="{2B575032-EF0D-469B-AF94-6B68FC5B6171}" srcId="{7481B674-51E6-414B-B0E0-EB5461F4ECFF}" destId="{854C1DAF-4417-4116-A133-3FF540E1B4E2}" srcOrd="2" destOrd="0" parTransId="{083995A7-5D91-4503-B1E6-7135080E0A9E}" sibTransId="{651ECA6D-6BB4-4FC3-8B3C-5F766E3AEA03}"/>
    <dgm:cxn modelId="{ABAA2797-CF88-4217-8ED4-F7FB0D73F86A}" type="presOf" srcId="{6CA4BA14-C03A-45B3-A7BC-C395D54E62FD}" destId="{C2F5C7EB-14D8-4531-9A4C-5BACE80653EB}" srcOrd="0" destOrd="0" presId="urn:microsoft.com/office/officeart/2018/2/layout/IconVerticalSolidList"/>
    <dgm:cxn modelId="{F76ACF79-40AF-447E-95A7-E5090EEE388E}" type="presOf" srcId="{8252C52B-8D58-4362-BBC3-D4C11837E818}" destId="{7956B856-5A2F-4D8F-A17E-27F10081F114}" srcOrd="0" destOrd="0" presId="urn:microsoft.com/office/officeart/2018/2/layout/IconVerticalSolidList"/>
    <dgm:cxn modelId="{0C501FF4-E1EA-4D32-9758-DEC3884CB1A2}" srcId="{7481B674-51E6-414B-B0E0-EB5461F4ECFF}" destId="{6CA4BA14-C03A-45B3-A7BC-C395D54E62FD}" srcOrd="6" destOrd="0" parTransId="{27567E58-5EA0-4024-89F6-470C596FF2BB}" sibTransId="{E86CC3EB-A56F-4B55-B118-01E3FA246ABA}"/>
    <dgm:cxn modelId="{AAF60ADB-B291-478F-BB4F-2A537E15F129}" type="presParOf" srcId="{6AB178C4-0A36-4F19-8CD3-83F2654D9522}" destId="{DD8F8FD3-ED68-4448-979C-E0B7F62F2848}" srcOrd="0" destOrd="0" presId="urn:microsoft.com/office/officeart/2018/2/layout/IconVerticalSolidList"/>
    <dgm:cxn modelId="{7D350F82-4578-40AD-9FCC-483F6FC302A0}" type="presParOf" srcId="{DD8F8FD3-ED68-4448-979C-E0B7F62F2848}" destId="{7695C43B-F87E-48CB-A030-F20DD971362D}" srcOrd="0" destOrd="0" presId="urn:microsoft.com/office/officeart/2018/2/layout/IconVerticalSolidList"/>
    <dgm:cxn modelId="{127E509D-B143-4E32-9790-B0F9CA0FA536}" type="presParOf" srcId="{DD8F8FD3-ED68-4448-979C-E0B7F62F2848}" destId="{73B098A2-E20D-4590-85C7-A5D2455C07A4}" srcOrd="1" destOrd="0" presId="urn:microsoft.com/office/officeart/2018/2/layout/IconVerticalSolidList"/>
    <dgm:cxn modelId="{BE163CB2-DFF0-4E6A-84B3-88A09B41A548}" type="presParOf" srcId="{DD8F8FD3-ED68-4448-979C-E0B7F62F2848}" destId="{7DC13C00-4FC5-40EF-8113-1C3715D953B2}" srcOrd="2" destOrd="0" presId="urn:microsoft.com/office/officeart/2018/2/layout/IconVerticalSolidList"/>
    <dgm:cxn modelId="{FEDC01F9-2816-4062-84CC-5AF54405FCC2}" type="presParOf" srcId="{DD8F8FD3-ED68-4448-979C-E0B7F62F2848}" destId="{7B410E36-8D6D-4A87-A56C-9AEA02D698A3}" srcOrd="3" destOrd="0" presId="urn:microsoft.com/office/officeart/2018/2/layout/IconVerticalSolidList"/>
    <dgm:cxn modelId="{A5BC2A1F-EA51-40B9-8BAB-E0118983A497}" type="presParOf" srcId="{6AB178C4-0A36-4F19-8CD3-83F2654D9522}" destId="{62CFDC13-C1DF-46E4-9F3D-009878BB14F5}" srcOrd="1" destOrd="0" presId="urn:microsoft.com/office/officeart/2018/2/layout/IconVerticalSolidList"/>
    <dgm:cxn modelId="{98A466DC-0BC6-46FA-B232-4F282696139B}" type="presParOf" srcId="{6AB178C4-0A36-4F19-8CD3-83F2654D9522}" destId="{97D64C16-191F-44B7-8B90-7595504E7244}" srcOrd="2" destOrd="0" presId="urn:microsoft.com/office/officeart/2018/2/layout/IconVerticalSolidList"/>
    <dgm:cxn modelId="{BF2A9435-C474-4502-8F55-02DE86A28422}" type="presParOf" srcId="{97D64C16-191F-44B7-8B90-7595504E7244}" destId="{48684E6C-F1E4-40C4-8851-16C4D58AC8DD}" srcOrd="0" destOrd="0" presId="urn:microsoft.com/office/officeart/2018/2/layout/IconVerticalSolidList"/>
    <dgm:cxn modelId="{F39A8E6B-03BD-4645-BA56-82C0C699CB07}" type="presParOf" srcId="{97D64C16-191F-44B7-8B90-7595504E7244}" destId="{57FC19DC-6F61-4229-B17E-4A94EEF403E0}" srcOrd="1" destOrd="0" presId="urn:microsoft.com/office/officeart/2018/2/layout/IconVerticalSolidList"/>
    <dgm:cxn modelId="{9062C5C6-B7C2-48A5-9EE6-0D197E0A5540}" type="presParOf" srcId="{97D64C16-191F-44B7-8B90-7595504E7244}" destId="{713BA61C-E0DC-4166-A20F-18B1599BE5B9}" srcOrd="2" destOrd="0" presId="urn:microsoft.com/office/officeart/2018/2/layout/IconVerticalSolidList"/>
    <dgm:cxn modelId="{82D2869D-F50E-4B46-A65F-3E799608FEA8}" type="presParOf" srcId="{97D64C16-191F-44B7-8B90-7595504E7244}" destId="{241130D9-8BE9-4912-8C04-C834F7C8F4D5}" srcOrd="3" destOrd="0" presId="urn:microsoft.com/office/officeart/2018/2/layout/IconVerticalSolidList"/>
    <dgm:cxn modelId="{949FECC9-20FF-4E9F-9F4D-25376A46DFBC}" type="presParOf" srcId="{6AB178C4-0A36-4F19-8CD3-83F2654D9522}" destId="{C3DD54D2-7D3D-4A82-8ED7-58F21F8B2843}" srcOrd="3" destOrd="0" presId="urn:microsoft.com/office/officeart/2018/2/layout/IconVerticalSolidList"/>
    <dgm:cxn modelId="{220B8784-6F69-45F6-8743-19079B8051DD}" type="presParOf" srcId="{6AB178C4-0A36-4F19-8CD3-83F2654D9522}" destId="{52A96EC5-9C5C-44DB-B5C6-869FFB4A9C2F}" srcOrd="4" destOrd="0" presId="urn:microsoft.com/office/officeart/2018/2/layout/IconVerticalSolidList"/>
    <dgm:cxn modelId="{BEC995BB-A55B-4235-8B5A-B778773B0CC0}" type="presParOf" srcId="{52A96EC5-9C5C-44DB-B5C6-869FFB4A9C2F}" destId="{59837822-4CE6-4EF6-9B88-253DD3262044}" srcOrd="0" destOrd="0" presId="urn:microsoft.com/office/officeart/2018/2/layout/IconVerticalSolidList"/>
    <dgm:cxn modelId="{2227347A-E9DA-4B6E-AD02-5C4A088E43C7}" type="presParOf" srcId="{52A96EC5-9C5C-44DB-B5C6-869FFB4A9C2F}" destId="{CA6D3E38-A3AA-49D6-9E29-5314B79F35F0}" srcOrd="1" destOrd="0" presId="urn:microsoft.com/office/officeart/2018/2/layout/IconVerticalSolidList"/>
    <dgm:cxn modelId="{239EC514-6C6E-451F-9711-88F6DC06AA0B}" type="presParOf" srcId="{52A96EC5-9C5C-44DB-B5C6-869FFB4A9C2F}" destId="{ADD4840C-CE40-4EF9-BDA9-AEA116A20D33}" srcOrd="2" destOrd="0" presId="urn:microsoft.com/office/officeart/2018/2/layout/IconVerticalSolidList"/>
    <dgm:cxn modelId="{A0BA51F3-5EA2-4502-827F-C0E8730BDCB1}" type="presParOf" srcId="{52A96EC5-9C5C-44DB-B5C6-869FFB4A9C2F}" destId="{9BCAD551-6097-4FDD-A0DC-812C62E0047D}" srcOrd="3" destOrd="0" presId="urn:microsoft.com/office/officeart/2018/2/layout/IconVerticalSolidList"/>
    <dgm:cxn modelId="{EDCA3E70-2A3F-46F6-8744-EE97FC2B1050}" type="presParOf" srcId="{6AB178C4-0A36-4F19-8CD3-83F2654D9522}" destId="{D2B67448-C84E-405A-9401-A038CD5FAE29}" srcOrd="5" destOrd="0" presId="urn:microsoft.com/office/officeart/2018/2/layout/IconVerticalSolidList"/>
    <dgm:cxn modelId="{3902A158-9FC5-4E52-A45B-0D6050BC996D}" type="presParOf" srcId="{6AB178C4-0A36-4F19-8CD3-83F2654D9522}" destId="{69663070-29D8-4F23-94F2-1CFD3712D125}" srcOrd="6" destOrd="0" presId="urn:microsoft.com/office/officeart/2018/2/layout/IconVerticalSolidList"/>
    <dgm:cxn modelId="{44BDCCA2-7E90-4A4D-8513-81D3970804C5}" type="presParOf" srcId="{69663070-29D8-4F23-94F2-1CFD3712D125}" destId="{11A95A8D-AC77-473E-A54B-14166B15FCBB}" srcOrd="0" destOrd="0" presId="urn:microsoft.com/office/officeart/2018/2/layout/IconVerticalSolidList"/>
    <dgm:cxn modelId="{3DD82DEE-818C-48D0-B186-4896044E47D5}" type="presParOf" srcId="{69663070-29D8-4F23-94F2-1CFD3712D125}" destId="{269C2C1B-3344-40DB-B4B0-5206FFA28E0A}" srcOrd="1" destOrd="0" presId="urn:microsoft.com/office/officeart/2018/2/layout/IconVerticalSolidList"/>
    <dgm:cxn modelId="{56DB0D89-15E4-46D6-8AE6-49FF3C6104FD}" type="presParOf" srcId="{69663070-29D8-4F23-94F2-1CFD3712D125}" destId="{9C5208C5-C1AE-49D8-B7D8-84ADBD83CFCE}" srcOrd="2" destOrd="0" presId="urn:microsoft.com/office/officeart/2018/2/layout/IconVerticalSolidList"/>
    <dgm:cxn modelId="{1841AE12-EABD-44D0-A085-EFB4BD0037BA}" type="presParOf" srcId="{69663070-29D8-4F23-94F2-1CFD3712D125}" destId="{842EE4AD-D62F-406D-ABF6-A13672575A70}" srcOrd="3" destOrd="0" presId="urn:microsoft.com/office/officeart/2018/2/layout/IconVerticalSolidList"/>
    <dgm:cxn modelId="{7A1ABE87-5DD3-46F2-9A16-BA4E8FA39266}" type="presParOf" srcId="{6AB178C4-0A36-4F19-8CD3-83F2654D9522}" destId="{A0026E4A-FF2B-4841-AD3A-AFB4083B78D5}" srcOrd="7" destOrd="0" presId="urn:microsoft.com/office/officeart/2018/2/layout/IconVerticalSolidList"/>
    <dgm:cxn modelId="{347A8EC7-1F0A-4354-9E5A-1E1BA94363FE}" type="presParOf" srcId="{6AB178C4-0A36-4F19-8CD3-83F2654D9522}" destId="{899DB7E4-DC34-4BEF-97C4-106941DD4DB3}" srcOrd="8" destOrd="0" presId="urn:microsoft.com/office/officeart/2018/2/layout/IconVerticalSolidList"/>
    <dgm:cxn modelId="{9EB64313-638D-4339-858B-20C913A0AB76}" type="presParOf" srcId="{899DB7E4-DC34-4BEF-97C4-106941DD4DB3}" destId="{F5346DC9-64E3-4E2F-BDB3-CC06D4061FB3}" srcOrd="0" destOrd="0" presId="urn:microsoft.com/office/officeart/2018/2/layout/IconVerticalSolidList"/>
    <dgm:cxn modelId="{FBE2C9D5-79EB-4983-B007-8BC4376EAE0D}" type="presParOf" srcId="{899DB7E4-DC34-4BEF-97C4-106941DD4DB3}" destId="{C8A236DD-5690-4548-88E9-3803DDBB771D}" srcOrd="1" destOrd="0" presId="urn:microsoft.com/office/officeart/2018/2/layout/IconVerticalSolidList"/>
    <dgm:cxn modelId="{A9B214B8-307C-4021-8377-8D09E16E6B0D}" type="presParOf" srcId="{899DB7E4-DC34-4BEF-97C4-106941DD4DB3}" destId="{DAF35B3D-8BCB-44A5-A363-10A65D9B69E8}" srcOrd="2" destOrd="0" presId="urn:microsoft.com/office/officeart/2018/2/layout/IconVerticalSolidList"/>
    <dgm:cxn modelId="{7D09D443-D1CE-4B6F-A91C-3CE20AC92D91}" type="presParOf" srcId="{899DB7E4-DC34-4BEF-97C4-106941DD4DB3}" destId="{7956B856-5A2F-4D8F-A17E-27F10081F114}" srcOrd="3" destOrd="0" presId="urn:microsoft.com/office/officeart/2018/2/layout/IconVerticalSolidList"/>
    <dgm:cxn modelId="{46967829-4E99-4F22-B49A-F600E456B164}" type="presParOf" srcId="{6AB178C4-0A36-4F19-8CD3-83F2654D9522}" destId="{93FCDE30-4691-45ED-8480-A2759E3FDC7B}" srcOrd="9" destOrd="0" presId="urn:microsoft.com/office/officeart/2018/2/layout/IconVerticalSolidList"/>
    <dgm:cxn modelId="{975CBAD7-C6BF-4AC6-BD7C-CAC83A9688E7}" type="presParOf" srcId="{6AB178C4-0A36-4F19-8CD3-83F2654D9522}" destId="{AA6D315B-CD39-440B-856B-7E351FA36824}" srcOrd="10" destOrd="0" presId="urn:microsoft.com/office/officeart/2018/2/layout/IconVerticalSolidList"/>
    <dgm:cxn modelId="{D2F13F25-C539-40B4-A02D-13BA1ECE7219}" type="presParOf" srcId="{AA6D315B-CD39-440B-856B-7E351FA36824}" destId="{92366BCA-7371-4A5B-A1A5-782748093A27}" srcOrd="0" destOrd="0" presId="urn:microsoft.com/office/officeart/2018/2/layout/IconVerticalSolidList"/>
    <dgm:cxn modelId="{8FB63392-8ADC-435A-B582-F2F3DDA4E2CC}" type="presParOf" srcId="{AA6D315B-CD39-440B-856B-7E351FA36824}" destId="{8FAB9F1D-3758-473D-A7B2-4015DFA77A13}" srcOrd="1" destOrd="0" presId="urn:microsoft.com/office/officeart/2018/2/layout/IconVerticalSolidList"/>
    <dgm:cxn modelId="{A49804CF-5B19-45F5-BA6A-551A5A138FFC}" type="presParOf" srcId="{AA6D315B-CD39-440B-856B-7E351FA36824}" destId="{943B63D2-698C-42B7-9286-6A1CD3773A15}" srcOrd="2" destOrd="0" presId="urn:microsoft.com/office/officeart/2018/2/layout/IconVerticalSolidList"/>
    <dgm:cxn modelId="{41D46A2C-5618-4CD0-A848-F82F52137B6D}" type="presParOf" srcId="{AA6D315B-CD39-440B-856B-7E351FA36824}" destId="{63C86DB9-E89B-48F6-806D-E05FE5EAD115}" srcOrd="3" destOrd="0" presId="urn:microsoft.com/office/officeart/2018/2/layout/IconVerticalSolidList"/>
    <dgm:cxn modelId="{ACA774B6-8671-4890-AFC7-443EFBCAF5F3}" type="presParOf" srcId="{6AB178C4-0A36-4F19-8CD3-83F2654D9522}" destId="{566A3C2B-5945-4593-BCCF-95D13C6E23E0}" srcOrd="11" destOrd="0" presId="urn:microsoft.com/office/officeart/2018/2/layout/IconVerticalSolidList"/>
    <dgm:cxn modelId="{52C5CB94-D59A-498D-A8C6-19DEC3B0A7CC}" type="presParOf" srcId="{6AB178C4-0A36-4F19-8CD3-83F2654D9522}" destId="{0CFB8566-22DB-471C-850B-1064E2F3F0DE}" srcOrd="12" destOrd="0" presId="urn:microsoft.com/office/officeart/2018/2/layout/IconVerticalSolidList"/>
    <dgm:cxn modelId="{E59A9C72-0C44-49B8-BBB0-FEBDDA8827E6}" type="presParOf" srcId="{0CFB8566-22DB-471C-850B-1064E2F3F0DE}" destId="{CD822F2C-3A87-464C-8B3F-96E42F192268}" srcOrd="0" destOrd="0" presId="urn:microsoft.com/office/officeart/2018/2/layout/IconVerticalSolidList"/>
    <dgm:cxn modelId="{A1083F7D-A6DD-4624-B779-AAF8837ED2DB}" type="presParOf" srcId="{0CFB8566-22DB-471C-850B-1064E2F3F0DE}" destId="{1BE629F6-B914-4D95-9FB5-8B973A2AB005}" srcOrd="1" destOrd="0" presId="urn:microsoft.com/office/officeart/2018/2/layout/IconVerticalSolidList"/>
    <dgm:cxn modelId="{0645B749-3225-4867-838E-52BBD12EA64F}" type="presParOf" srcId="{0CFB8566-22DB-471C-850B-1064E2F3F0DE}" destId="{CB876CEF-A839-41E1-8CFB-05F6DCF534B6}" srcOrd="2" destOrd="0" presId="urn:microsoft.com/office/officeart/2018/2/layout/IconVerticalSolidList"/>
    <dgm:cxn modelId="{6FF1D664-A164-47DE-B1C8-771FC2E3BD68}" type="presParOf" srcId="{0CFB8566-22DB-471C-850B-1064E2F3F0DE}" destId="{C2F5C7EB-14D8-4531-9A4C-5BACE80653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5C43B-F87E-48CB-A030-F20DD971362D}">
      <dsp:nvSpPr>
        <dsp:cNvPr id="0" name=""/>
        <dsp:cNvSpPr/>
      </dsp:nvSpPr>
      <dsp:spPr>
        <a:xfrm>
          <a:off x="0" y="406"/>
          <a:ext cx="5608088" cy="5589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B098A2-E20D-4590-85C7-A5D2455C07A4}">
      <dsp:nvSpPr>
        <dsp:cNvPr id="0" name=""/>
        <dsp:cNvSpPr/>
      </dsp:nvSpPr>
      <dsp:spPr>
        <a:xfrm>
          <a:off x="169085" y="126172"/>
          <a:ext cx="307428" cy="3074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10E36-8D6D-4A87-A56C-9AEA02D698A3}">
      <dsp:nvSpPr>
        <dsp:cNvPr id="0" name=""/>
        <dsp:cNvSpPr/>
      </dsp:nvSpPr>
      <dsp:spPr>
        <a:xfrm>
          <a:off x="645600" y="406"/>
          <a:ext cx="4962487" cy="55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57" tIns="59157" rIns="59157" bIns="59157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Problem </a:t>
          </a:r>
          <a:r>
            <a:rPr lang="en-US" sz="1600" kern="1200" dirty="0" smtClean="0"/>
            <a:t>&amp; Motivation</a:t>
          </a:r>
          <a:endParaRPr lang="en-US" sz="1600" kern="1200" dirty="0"/>
        </a:p>
      </dsp:txBody>
      <dsp:txXfrm>
        <a:off x="645600" y="406"/>
        <a:ext cx="4962487" cy="558961"/>
      </dsp:txXfrm>
    </dsp:sp>
    <dsp:sp modelId="{48684E6C-F1E4-40C4-8851-16C4D58AC8DD}">
      <dsp:nvSpPr>
        <dsp:cNvPr id="0" name=""/>
        <dsp:cNvSpPr/>
      </dsp:nvSpPr>
      <dsp:spPr>
        <a:xfrm>
          <a:off x="0" y="699107"/>
          <a:ext cx="5608088" cy="5589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FC19DC-6F61-4229-B17E-4A94EEF403E0}">
      <dsp:nvSpPr>
        <dsp:cNvPr id="0" name=""/>
        <dsp:cNvSpPr/>
      </dsp:nvSpPr>
      <dsp:spPr>
        <a:xfrm>
          <a:off x="169085" y="824874"/>
          <a:ext cx="307428" cy="3074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130D9-8BE9-4912-8C04-C834F7C8F4D5}">
      <dsp:nvSpPr>
        <dsp:cNvPr id="0" name=""/>
        <dsp:cNvSpPr/>
      </dsp:nvSpPr>
      <dsp:spPr>
        <a:xfrm>
          <a:off x="645600" y="699107"/>
          <a:ext cx="4962487" cy="55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57" tIns="59157" rIns="59157" bIns="59157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Project Objectives</a:t>
          </a:r>
        </a:p>
      </dsp:txBody>
      <dsp:txXfrm>
        <a:off x="645600" y="699107"/>
        <a:ext cx="4962487" cy="558961"/>
      </dsp:txXfrm>
    </dsp:sp>
    <dsp:sp modelId="{59837822-4CE6-4EF6-9B88-253DD3262044}">
      <dsp:nvSpPr>
        <dsp:cNvPr id="0" name=""/>
        <dsp:cNvSpPr/>
      </dsp:nvSpPr>
      <dsp:spPr>
        <a:xfrm>
          <a:off x="0" y="1397809"/>
          <a:ext cx="5608088" cy="5589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D3E38-A3AA-49D6-9E29-5314B79F35F0}">
      <dsp:nvSpPr>
        <dsp:cNvPr id="0" name=""/>
        <dsp:cNvSpPr/>
      </dsp:nvSpPr>
      <dsp:spPr>
        <a:xfrm>
          <a:off x="169085" y="1523575"/>
          <a:ext cx="307428" cy="3074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AD551-6097-4FDD-A0DC-812C62E0047D}">
      <dsp:nvSpPr>
        <dsp:cNvPr id="0" name=""/>
        <dsp:cNvSpPr/>
      </dsp:nvSpPr>
      <dsp:spPr>
        <a:xfrm>
          <a:off x="645600" y="1397809"/>
          <a:ext cx="4962487" cy="55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57" tIns="59157" rIns="59157" bIns="59157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Suggested </a:t>
          </a:r>
          <a:r>
            <a:rPr lang="en-US" sz="1600" kern="1200" dirty="0" smtClean="0"/>
            <a:t>Solution &amp; Deliverables</a:t>
          </a:r>
          <a:endParaRPr lang="en-US" sz="1600" kern="1200" dirty="0"/>
        </a:p>
      </dsp:txBody>
      <dsp:txXfrm>
        <a:off x="645600" y="1397809"/>
        <a:ext cx="4962487" cy="558961"/>
      </dsp:txXfrm>
    </dsp:sp>
    <dsp:sp modelId="{11A95A8D-AC77-473E-A54B-14166B15FCBB}">
      <dsp:nvSpPr>
        <dsp:cNvPr id="0" name=""/>
        <dsp:cNvSpPr/>
      </dsp:nvSpPr>
      <dsp:spPr>
        <a:xfrm>
          <a:off x="0" y="2096511"/>
          <a:ext cx="5608088" cy="5589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C2C1B-3344-40DB-B4B0-5206FFA28E0A}">
      <dsp:nvSpPr>
        <dsp:cNvPr id="0" name=""/>
        <dsp:cNvSpPr/>
      </dsp:nvSpPr>
      <dsp:spPr>
        <a:xfrm>
          <a:off x="169085" y="2222277"/>
          <a:ext cx="307428" cy="3074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EE4AD-D62F-406D-ABF6-A13672575A70}">
      <dsp:nvSpPr>
        <dsp:cNvPr id="0" name=""/>
        <dsp:cNvSpPr/>
      </dsp:nvSpPr>
      <dsp:spPr>
        <a:xfrm>
          <a:off x="645600" y="2096511"/>
          <a:ext cx="4962487" cy="55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57" tIns="59157" rIns="59157" bIns="59157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Project Requirements</a:t>
          </a:r>
          <a:endParaRPr lang="en-US" sz="1600" kern="1200" dirty="0"/>
        </a:p>
      </dsp:txBody>
      <dsp:txXfrm>
        <a:off x="645600" y="2096511"/>
        <a:ext cx="4962487" cy="558961"/>
      </dsp:txXfrm>
    </dsp:sp>
    <dsp:sp modelId="{F5346DC9-64E3-4E2F-BDB3-CC06D4061FB3}">
      <dsp:nvSpPr>
        <dsp:cNvPr id="0" name=""/>
        <dsp:cNvSpPr/>
      </dsp:nvSpPr>
      <dsp:spPr>
        <a:xfrm>
          <a:off x="0" y="2795213"/>
          <a:ext cx="5608088" cy="5589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A236DD-5690-4548-88E9-3803DDBB771D}">
      <dsp:nvSpPr>
        <dsp:cNvPr id="0" name=""/>
        <dsp:cNvSpPr/>
      </dsp:nvSpPr>
      <dsp:spPr>
        <a:xfrm>
          <a:off x="169085" y="2920979"/>
          <a:ext cx="307428" cy="3074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6B856-5A2F-4D8F-A17E-27F10081F114}">
      <dsp:nvSpPr>
        <dsp:cNvPr id="0" name=""/>
        <dsp:cNvSpPr/>
      </dsp:nvSpPr>
      <dsp:spPr>
        <a:xfrm>
          <a:off x="645600" y="2795213"/>
          <a:ext cx="4962487" cy="55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57" tIns="59157" rIns="59157" bIns="59157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Conclusion &amp; Future Work</a:t>
          </a:r>
          <a:endParaRPr lang="en-US" sz="1600" kern="1200" dirty="0"/>
        </a:p>
      </dsp:txBody>
      <dsp:txXfrm>
        <a:off x="645600" y="2795213"/>
        <a:ext cx="4962487" cy="558961"/>
      </dsp:txXfrm>
    </dsp:sp>
    <dsp:sp modelId="{92366BCA-7371-4A5B-A1A5-782748093A27}">
      <dsp:nvSpPr>
        <dsp:cNvPr id="0" name=""/>
        <dsp:cNvSpPr/>
      </dsp:nvSpPr>
      <dsp:spPr>
        <a:xfrm>
          <a:off x="0" y="3493914"/>
          <a:ext cx="5608088" cy="5589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B9F1D-3758-473D-A7B2-4015DFA77A13}">
      <dsp:nvSpPr>
        <dsp:cNvPr id="0" name=""/>
        <dsp:cNvSpPr/>
      </dsp:nvSpPr>
      <dsp:spPr>
        <a:xfrm>
          <a:off x="169085" y="3619681"/>
          <a:ext cx="307428" cy="3074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C86DB9-E89B-48F6-806D-E05FE5EAD115}">
      <dsp:nvSpPr>
        <dsp:cNvPr id="0" name=""/>
        <dsp:cNvSpPr/>
      </dsp:nvSpPr>
      <dsp:spPr>
        <a:xfrm>
          <a:off x="645600" y="3493914"/>
          <a:ext cx="4962487" cy="55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57" tIns="59157" rIns="59157" bIns="59157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/>
            <a:t>UML Diagrams</a:t>
          </a:r>
        </a:p>
      </dsp:txBody>
      <dsp:txXfrm>
        <a:off x="645600" y="3493914"/>
        <a:ext cx="4962487" cy="558961"/>
      </dsp:txXfrm>
    </dsp:sp>
    <dsp:sp modelId="{CD822F2C-3A87-464C-8B3F-96E42F192268}">
      <dsp:nvSpPr>
        <dsp:cNvPr id="0" name=""/>
        <dsp:cNvSpPr/>
      </dsp:nvSpPr>
      <dsp:spPr>
        <a:xfrm>
          <a:off x="0" y="4192616"/>
          <a:ext cx="5608088" cy="55896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629F6-B914-4D95-9FB5-8B973A2AB005}">
      <dsp:nvSpPr>
        <dsp:cNvPr id="0" name=""/>
        <dsp:cNvSpPr/>
      </dsp:nvSpPr>
      <dsp:spPr>
        <a:xfrm>
          <a:off x="169085" y="4318382"/>
          <a:ext cx="307428" cy="30742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5C7EB-14D8-4531-9A4C-5BACE80653EB}">
      <dsp:nvSpPr>
        <dsp:cNvPr id="0" name=""/>
        <dsp:cNvSpPr/>
      </dsp:nvSpPr>
      <dsp:spPr>
        <a:xfrm>
          <a:off x="645600" y="4192616"/>
          <a:ext cx="4962487" cy="558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57" tIns="59157" rIns="59157" bIns="59157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Project Results</a:t>
          </a:r>
          <a:endParaRPr lang="ar-EG" sz="1600" kern="1200" dirty="0" smtClean="0"/>
        </a:p>
      </dsp:txBody>
      <dsp:txXfrm>
        <a:off x="645600" y="4192616"/>
        <a:ext cx="4962487" cy="558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2132FF3-00C3-45FE-8501-B8F9D16571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6D83E6F-356D-4DFE-9AA3-675AB0448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10618-3E38-4CD7-8875-0133B3A8E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F9CB11-025B-45E9-A55D-3FB3C383EA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ED03088-6A83-46E0-9E61-CCAF7C2285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23264-6C96-4D2A-B867-76FEADB59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53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FA7AE-61BF-43B4-B36F-68C449FF107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C81A1-5F9C-4C15-B6E5-49FBACAD2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6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2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89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30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30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18E17-E86B-4918-AC6E-373CA9D866B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Bottom Right">
            <a:extLst>
              <a:ext uri="{FF2B5EF4-FFF2-40B4-BE49-F238E27FC236}">
                <a16:creationId xmlns:a16="http://schemas.microsoft.com/office/drawing/2014/main" xmlns="" id="{0CBC73C8-CC60-49A5-BC76-BA8E43BB84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xmlns="" id="{A2B94463-7088-4D2A-B55D-9C55F95706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xmlns="" id="{5785D7F3-06BB-480E-A58D-A8E0EB87C4D4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xmlns="" id="{208AE46A-A447-444D-9163-96E61EC48767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xmlns="" id="{41997203-3E59-4097-B832-06B249C6761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xmlns="" id="{B5D4D033-43E9-4776-9E25-97767380D8CC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xmlns="" id="{FE52F424-D385-43AD-AE40-3D9501923110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xmlns="" id="{5E32ABCD-6C91-4A5F-BB61-8B3C026C9080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xmlns="" id="{B6ABE3A6-D624-4D18-A43B-D87C67481123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xmlns="" id="{DF2787DC-EEA3-46C0-9CD4-1AB906DB4B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167AAA19-C621-4D54-B748-5A06F4417CA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841" y="3003970"/>
            <a:ext cx="11084189" cy="3854030"/>
          </a:xfrm>
          <a:custGeom>
            <a:avLst/>
            <a:gdLst>
              <a:gd name="connsiteX0" fmla="*/ 5542094 w 11084189"/>
              <a:gd name="connsiteY0" fmla="*/ 0 h 3854030"/>
              <a:gd name="connsiteX1" fmla="*/ 11061525 w 11084189"/>
              <a:gd name="connsiteY1" fmla="*/ 3748287 h 3854030"/>
              <a:gd name="connsiteX2" fmla="*/ 11084189 w 11084189"/>
              <a:gd name="connsiteY2" fmla="*/ 3854030 h 3854030"/>
              <a:gd name="connsiteX3" fmla="*/ 0 w 11084189"/>
              <a:gd name="connsiteY3" fmla="*/ 3854030 h 3854030"/>
              <a:gd name="connsiteX4" fmla="*/ 22663 w 11084189"/>
              <a:gd name="connsiteY4" fmla="*/ 3748287 h 3854030"/>
              <a:gd name="connsiteX5" fmla="*/ 5542094 w 11084189"/>
              <a:gd name="connsiteY5" fmla="*/ 0 h 385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84189" h="3854030">
                <a:moveTo>
                  <a:pt x="5542094" y="0"/>
                </a:moveTo>
                <a:cubicBezTo>
                  <a:pt x="8264668" y="0"/>
                  <a:pt x="10536186" y="1609144"/>
                  <a:pt x="11061525" y="3748287"/>
                </a:cubicBezTo>
                <a:lnTo>
                  <a:pt x="11084189" y="3854030"/>
                </a:lnTo>
                <a:lnTo>
                  <a:pt x="0" y="3854030"/>
                </a:lnTo>
                <a:lnTo>
                  <a:pt x="22663" y="3748287"/>
                </a:lnTo>
                <a:cubicBezTo>
                  <a:pt x="548002" y="1609144"/>
                  <a:pt x="2819520" y="0"/>
                  <a:pt x="554209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grpSp>
        <p:nvGrpSpPr>
          <p:cNvPr id="9" name="Top Right">
            <a:extLst>
              <a:ext uri="{FF2B5EF4-FFF2-40B4-BE49-F238E27FC236}">
                <a16:creationId xmlns:a16="http://schemas.microsoft.com/office/drawing/2014/main" xmlns="" id="{3E5EBBCF-761D-49AA-8960-D06A3484B9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60F7E5D2-CFBA-4149-A9B1-32047212E5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48B55E1C-675E-425D-8EDF-AEA4D6B3475B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8FCA9AA7-FBFD-40D2-BF04-E2E0B1BD63FC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6C09EC90-AF39-4D10-9018-0FFB283B91F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CF263181-1CB8-4DF1-94C2-E217E733B56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031408EA-002C-4A55-8451-03A0FCEC52B1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3E51D71-EB7F-46DD-AE4A-E64644F646A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401E4470-A9CC-4FE2-9249-F71E89C4FB28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6653DE96-35D3-4AA3-B11A-A5882CC7A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570602"/>
            <a:ext cx="5996619" cy="2226076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baseline="0"/>
            </a:lvl1pPr>
          </a:lstStyle>
          <a:p>
            <a:pPr algn="l"/>
            <a:r>
              <a:rPr lang="en-US" sz="5400">
                <a:cs typeface="Posterama" panose="020B0504020200020000" pitchFamily="34" charset="0"/>
              </a:rPr>
              <a:t>Click to edit Master title style</a:t>
            </a:r>
            <a:endParaRPr lang="en-US" sz="5400" dirty="0">
              <a:cs typeface="Posterama" panose="020B0504020200020000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xmlns="" id="{E1C011E4-9F9C-45C6-9C1F-7A9F3721C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3040" y="1597426"/>
            <a:ext cx="3370134" cy="44140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400"/>
            </a:lvl1pPr>
          </a:lstStyle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grpSp>
        <p:nvGrpSpPr>
          <p:cNvPr id="21" name="Cross">
            <a:extLst>
              <a:ext uri="{FF2B5EF4-FFF2-40B4-BE49-F238E27FC236}">
                <a16:creationId xmlns:a16="http://schemas.microsoft.com/office/drawing/2014/main" xmlns="" id="{51E372DC-98EB-4EBC-9D4C-A21D11837A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62000" y="6150811"/>
            <a:ext cx="118872" cy="118872"/>
            <a:chOff x="1175347" y="3733800"/>
            <a:chExt cx="118872" cy="118872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9173A0CF-667C-4499-98A9-03752E3C37AF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C5D99060-086B-40C6-A8B9-2768DB548A03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Top left">
            <a:extLst>
              <a:ext uri="{FF2B5EF4-FFF2-40B4-BE49-F238E27FC236}">
                <a16:creationId xmlns:a16="http://schemas.microsoft.com/office/drawing/2014/main" xmlns="" id="{58A4F778-D8DF-42FD-B154-2F4B2C2028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xmlns="" id="{80793C3B-AAD0-4446-A423-B0EB8EE2AA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57344207-297F-4959-8A55-69CE467B3CBD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0479A031-8D8F-4167-9AC1-FF9067577187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2530E3E1-76BD-4378-9E7C-7302E4B84D71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D8C42F67-50FC-4C12-B07D-7FD30B62543B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C3AD1C10-DF74-4C65-AF7B-89386448D4EA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E2D9D2C3-0C72-4401-8548-E2CACA3C95C5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83142937-438B-42B5-8B58-B26BD92F1544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AE9F08BF-E500-4B58-9AA3-B4517E83CE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0" name="Bottom Right">
            <a:extLst>
              <a:ext uri="{FF2B5EF4-FFF2-40B4-BE49-F238E27FC236}">
                <a16:creationId xmlns:a16="http://schemas.microsoft.com/office/drawing/2014/main" xmlns="" id="{6DE93ED8-FDE6-418E-A743-2B368C71F3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1" name="Graphic 157">
              <a:extLst>
                <a:ext uri="{FF2B5EF4-FFF2-40B4-BE49-F238E27FC236}">
                  <a16:creationId xmlns:a16="http://schemas.microsoft.com/office/drawing/2014/main" xmlns="" id="{25190812-FA8A-4CB5-85A8-5DDFF8C94BD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xmlns="" id="{71F1284C-D9B2-48EC-BDCE-6CF4C076ECB9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xmlns="" id="{DFDF02DB-02A4-4942-BD34-3F4903DA12A6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xmlns="" id="{739432B6-8074-4F72-BB48-F48015CAE04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xmlns="" id="{A017DF18-3257-471E-AFD3-39EB68FE2DF2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xmlns="" id="{A7360442-04D2-49F1-BBE1-ED7C5CA0FF1A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xmlns="" id="{8937ECC2-1561-4705-919F-243AFFCE8437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xmlns="" id="{7AF7D52A-2FC7-4627-955A-6CB0E5E7ABFD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xmlns="" id="{B3C81E55-0711-4E01-975D-4649E53C866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3" name="Title 1">
            <a:extLst>
              <a:ext uri="{FF2B5EF4-FFF2-40B4-BE49-F238E27FC236}">
                <a16:creationId xmlns:a16="http://schemas.microsoft.com/office/drawing/2014/main" xmlns="" id="{8782B20B-E447-47CC-93DB-B076EACC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5" name="Text Placeholder 37">
            <a:extLst>
              <a:ext uri="{FF2B5EF4-FFF2-40B4-BE49-F238E27FC236}">
                <a16:creationId xmlns:a16="http://schemas.microsoft.com/office/drawing/2014/main" xmlns="" id="{D5185B59-89FE-4275-B159-E5FEA474B4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5452" y="2384474"/>
            <a:ext cx="5608088" cy="3785763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Avenir Next LT Pro" panose="020B0504020202020204" pitchFamily="34" charset="0"/>
              <a:buChar char="+"/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xmlns="" id="{9079FD8C-6441-4214-93DC-E9E3BB4158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2325" y="558800"/>
            <a:ext cx="4818063" cy="27797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2" name="Picture Placeholder 59">
            <a:extLst>
              <a:ext uri="{FF2B5EF4-FFF2-40B4-BE49-F238E27FC236}">
                <a16:creationId xmlns:a16="http://schemas.microsoft.com/office/drawing/2014/main" xmlns="" id="{8BDEDA7F-304A-4A6E-8DB7-B842B551B2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69150" y="3503613"/>
            <a:ext cx="4818063" cy="26666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7" name="Date Placeholder 8">
            <a:extLst>
              <a:ext uri="{FF2B5EF4-FFF2-40B4-BE49-F238E27FC236}">
                <a16:creationId xmlns:a16="http://schemas.microsoft.com/office/drawing/2014/main" xmlns="" id="{786FFFB1-44AF-407C-A246-5AC9C17D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58" name="Footer Placeholder 9">
            <a:extLst>
              <a:ext uri="{FF2B5EF4-FFF2-40B4-BE49-F238E27FC236}">
                <a16:creationId xmlns:a16="http://schemas.microsoft.com/office/drawing/2014/main" xmlns="" id="{556011BF-48D6-437C-A8D4-087E1EB7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9" name="Slide Number Placeholder 10">
            <a:extLst>
              <a:ext uri="{FF2B5EF4-FFF2-40B4-BE49-F238E27FC236}">
                <a16:creationId xmlns:a16="http://schemas.microsoft.com/office/drawing/2014/main" xmlns="" id="{975D7D2C-6BE7-4A0B-B546-9C9CE46F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Bottom Right">
            <a:extLst>
              <a:ext uri="{FF2B5EF4-FFF2-40B4-BE49-F238E27FC236}">
                <a16:creationId xmlns:a16="http://schemas.microsoft.com/office/drawing/2014/main" xmlns="" id="{E111E959-AE2E-40A4-98AD-7D52A1959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8" name="Graphic 157">
              <a:extLst>
                <a:ext uri="{FF2B5EF4-FFF2-40B4-BE49-F238E27FC236}">
                  <a16:creationId xmlns:a16="http://schemas.microsoft.com/office/drawing/2014/main" xmlns="" id="{0908BA80-B05F-4958-9382-A0D94102441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75B7426F-B5A6-48C2-AA98-B1B4903DB48A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46088CEA-297B-452F-B8C9-4FE4B30AD863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00A58A3D-F03E-45B2-B6F2-3B23998696AD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74551D63-42D8-4E16-B803-BCDF887E3BA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xmlns="" id="{D32D482B-70A4-4367-9129-156A4E10BA2D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xmlns="" id="{403B5FA3-C7DC-40A8-903C-5CEB2D9F39F9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xmlns="" id="{C18C48C9-D302-4DF3-9905-1C77DADBB06D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31D0B3BD-DDF6-4C74-88B5-F16A89D415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4" name="Top Left">
            <a:extLst>
              <a:ext uri="{FF2B5EF4-FFF2-40B4-BE49-F238E27FC236}">
                <a16:creationId xmlns:a16="http://schemas.microsoft.com/office/drawing/2014/main" xmlns="" id="{8087FF2B-AA37-46BB-98C5-51A0DBC1CD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xmlns="" id="{C6EA10B1-B913-4692-AC3E-121374FD78F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xmlns="" id="{72B1778E-37F1-4D06-A0C1-E121F48AB542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xmlns="" id="{65F5AAFE-F598-42CC-8D85-36011CE9D145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xmlns="" id="{6D3678A3-EBA1-461E-B7FE-B58776C95CD3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xmlns="" id="{B8543F0A-65E2-4F14-975F-3AA8B5B17417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xmlns="" id="{A6925965-04E0-4184-8AE3-0FFE4EF318F3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xmlns="" id="{C725961F-048D-4994-8055-83DE34C8366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xmlns="" id="{00656CFD-98C0-4307-A549-3341C5CFFB78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0E66F049-1B70-4977-BDD1-C26AD9880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5531" y="158840"/>
            <a:ext cx="4790032" cy="2779466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9" name="Text Placeholder 97">
            <a:extLst>
              <a:ext uri="{FF2B5EF4-FFF2-40B4-BE49-F238E27FC236}">
                <a16:creationId xmlns:a16="http://schemas.microsoft.com/office/drawing/2014/main" xmlns="" id="{7018E2A7-B977-427A-AFCB-3A4836EB4D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4947" y="168275"/>
            <a:ext cx="4790032" cy="263225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0" name="Picture Placeholder 86">
            <a:extLst>
              <a:ext uri="{FF2B5EF4-FFF2-40B4-BE49-F238E27FC236}">
                <a16:creationId xmlns:a16="http://schemas.microsoft.com/office/drawing/2014/main" xmlns="" id="{ED450ADD-E6EC-4121-B563-F50E064A497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8741" y="2938306"/>
            <a:ext cx="11812017" cy="39159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1" name="Date Placeholder 8">
            <a:extLst>
              <a:ext uri="{FF2B5EF4-FFF2-40B4-BE49-F238E27FC236}">
                <a16:creationId xmlns:a16="http://schemas.microsoft.com/office/drawing/2014/main" xmlns="" id="{9DDE65E2-ADF9-4ECD-93DA-3242E5FF340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92" name="Footer Placeholder 9">
            <a:extLst>
              <a:ext uri="{FF2B5EF4-FFF2-40B4-BE49-F238E27FC236}">
                <a16:creationId xmlns:a16="http://schemas.microsoft.com/office/drawing/2014/main" xmlns="" id="{5B7FAD18-E3EE-4498-AEAC-7217CE6DA7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3" name="Slide Number Placeholder 10">
            <a:extLst>
              <a:ext uri="{FF2B5EF4-FFF2-40B4-BE49-F238E27FC236}">
                <a16:creationId xmlns:a16="http://schemas.microsoft.com/office/drawing/2014/main" xmlns="" id="{5894C940-55FC-4B08-99A8-DD2254FABC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ottom Right">
            <a:extLst>
              <a:ext uri="{FF2B5EF4-FFF2-40B4-BE49-F238E27FC236}">
                <a16:creationId xmlns:a16="http://schemas.microsoft.com/office/drawing/2014/main" xmlns="" id="{B023FEDE-FD35-413E-A6E6-2F36BD0D10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23" name="Graphic 157">
              <a:extLst>
                <a:ext uri="{FF2B5EF4-FFF2-40B4-BE49-F238E27FC236}">
                  <a16:creationId xmlns:a16="http://schemas.microsoft.com/office/drawing/2014/main" xmlns="" id="{F296456E-2618-4FC5-BBF1-98139316B9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xmlns="" id="{7BF8EDC0-C078-4225-BC74-92C170331E38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xmlns="" id="{CD11E24B-6171-4BA5-9124-771EEDEA4B01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xmlns="" id="{C6B79974-93CA-440A-90D6-341091F806E7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xmlns="" id="{DC593E8A-F480-4181-9BFA-78603CBA776D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xmlns="" id="{73032549-12BB-4057-B2CF-E2C2F6B5ABE5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xmlns="" id="{73798276-B98D-42F7-AF59-B30CDDB4C987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xmlns="" id="{E548A05F-8BF4-489F-9169-CDD749ADB38E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xmlns="" id="{0987E2E0-CC03-4A51-9ADC-3A8F0F81460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4" name="Top left">
            <a:extLst>
              <a:ext uri="{FF2B5EF4-FFF2-40B4-BE49-F238E27FC236}">
                <a16:creationId xmlns:a16="http://schemas.microsoft.com/office/drawing/2014/main" xmlns="" id="{F971CDD8-150B-43CA-B0B4-453E99E546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83FB31C0-83A2-4CA9-9E10-759376BB8F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F7AD3F4D-9E8E-4CDB-8839-1190B87F504B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1C05B4CB-A75C-4E77-9C9C-E85054415485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E6F2C58A-0001-4403-961A-8D72894A87EB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A9666267-BD43-43DF-B0BB-96735BF82B20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B7B6C40E-1E26-456A-98BF-FD02DE25BBBF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9E9DD0F3-80C9-4BAD-BE68-DF9B78B367F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1D374254-F113-4FB1-A938-2CBE5B375587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2C91688C-CA2F-423F-87BC-5CF5F4A66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653" y="744909"/>
            <a:ext cx="5581561" cy="3155419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l"/>
            <a:r>
              <a:rPr lang="en-US" sz="5400">
                <a:cs typeface="Posterama" panose="020B0504020200020000" pitchFamily="34" charset="0"/>
              </a:rPr>
              <a:t>Click to edit Master title style</a:t>
            </a:r>
            <a:endParaRPr lang="en-US" sz="5400" dirty="0">
              <a:cs typeface="Posterama" panose="020B0504020200020000" pitchFamily="34" charset="0"/>
            </a:endParaRPr>
          </a:p>
        </p:txBody>
      </p:sp>
      <p:grpSp>
        <p:nvGrpSpPr>
          <p:cNvPr id="28" name="Cross">
            <a:extLst>
              <a:ext uri="{FF2B5EF4-FFF2-40B4-BE49-F238E27FC236}">
                <a16:creationId xmlns:a16="http://schemas.microsoft.com/office/drawing/2014/main" xmlns="" id="{DE90EA9D-D33A-4461-8A51-988087AEC6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48013" y="3330979"/>
            <a:ext cx="118872" cy="118872"/>
            <a:chOff x="1175347" y="3733800"/>
            <a:chExt cx="118872" cy="1188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F7119486-F5DF-4CAA-A71E-2861F2CBECF7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xmlns="" id="{2C858657-F484-4466-8AFB-7FAD2E65B72F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9" name="Text Placeholder 37">
            <a:extLst>
              <a:ext uri="{FF2B5EF4-FFF2-40B4-BE49-F238E27FC236}">
                <a16:creationId xmlns:a16="http://schemas.microsoft.com/office/drawing/2014/main" xmlns="" id="{98D12C8B-CC26-42CF-A68C-CF06CCA79D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2825" y="4075113"/>
            <a:ext cx="5581650" cy="2054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xmlns="" id="{E3C5E9AD-97DA-438E-9830-992F9CA586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32018" y="920426"/>
            <a:ext cx="2478719" cy="4957437"/>
          </a:xfrm>
          <a:custGeom>
            <a:avLst/>
            <a:gdLst>
              <a:gd name="connsiteX0" fmla="*/ 2478719 w 2478719"/>
              <a:gd name="connsiteY0" fmla="*/ 0 h 4957437"/>
              <a:gd name="connsiteX1" fmla="*/ 2478719 w 2478719"/>
              <a:gd name="connsiteY1" fmla="*/ 4957437 h 4957437"/>
              <a:gd name="connsiteX2" fmla="*/ 0 w 2478719"/>
              <a:gd name="connsiteY2" fmla="*/ 2478719 h 4957437"/>
              <a:gd name="connsiteX3" fmla="*/ 2478719 w 2478719"/>
              <a:gd name="connsiteY3" fmla="*/ 0 h 4957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8719" h="4957437">
                <a:moveTo>
                  <a:pt x="2478719" y="0"/>
                </a:moveTo>
                <a:lnTo>
                  <a:pt x="2478719" y="4957437"/>
                </a:lnTo>
                <a:cubicBezTo>
                  <a:pt x="1109777" y="4957437"/>
                  <a:pt x="0" y="3847661"/>
                  <a:pt x="0" y="2478719"/>
                </a:cubicBezTo>
                <a:cubicBezTo>
                  <a:pt x="0" y="1109777"/>
                  <a:pt x="1109777" y="0"/>
                  <a:pt x="247871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xmlns="" id="{29CDCB5D-3CB9-4A05-9109-F46C1FEB08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244935" y="920815"/>
            <a:ext cx="2410165" cy="2410165"/>
          </a:xfrm>
          <a:custGeom>
            <a:avLst/>
            <a:gdLst>
              <a:gd name="connsiteX0" fmla="*/ 0 w 2410165"/>
              <a:gd name="connsiteY0" fmla="*/ 0 h 2410165"/>
              <a:gd name="connsiteX1" fmla="*/ 2410165 w 2410165"/>
              <a:gd name="connsiteY1" fmla="*/ 2410165 h 2410165"/>
              <a:gd name="connsiteX2" fmla="*/ 0 w 2410165"/>
              <a:gd name="connsiteY2" fmla="*/ 2410165 h 2410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0165" h="2410165">
                <a:moveTo>
                  <a:pt x="0" y="0"/>
                </a:moveTo>
                <a:cubicBezTo>
                  <a:pt x="1331082" y="0"/>
                  <a:pt x="2410165" y="1079083"/>
                  <a:pt x="2410165" y="2410165"/>
                </a:cubicBezTo>
                <a:lnTo>
                  <a:pt x="0" y="2410165"/>
                </a:lnTo>
                <a:close/>
              </a:path>
            </a:pathLst>
          </a:custGeom>
        </p:spPr>
        <p:txBody>
          <a:bodyPr wrap="square" anchor="b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</a:t>
            </a:r>
          </a:p>
          <a:p>
            <a:r>
              <a:rPr lang="en-US" dirty="0"/>
              <a:t>add photo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xmlns="" id="{C1949CC4-76B8-4D86-AF8E-6201557DC2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44934" y="3471379"/>
            <a:ext cx="2410165" cy="2406483"/>
          </a:xfrm>
          <a:custGeom>
            <a:avLst/>
            <a:gdLst>
              <a:gd name="connsiteX0" fmla="*/ 0 w 2410165"/>
              <a:gd name="connsiteY0" fmla="*/ 0 h 2406483"/>
              <a:gd name="connsiteX1" fmla="*/ 2410165 w 2410165"/>
              <a:gd name="connsiteY1" fmla="*/ 0 h 2406483"/>
              <a:gd name="connsiteX2" fmla="*/ 0 w 2410165"/>
              <a:gd name="connsiteY2" fmla="*/ 2406483 h 240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10165" h="2406483">
                <a:moveTo>
                  <a:pt x="0" y="0"/>
                </a:moveTo>
                <a:lnTo>
                  <a:pt x="2410165" y="0"/>
                </a:lnTo>
                <a:cubicBezTo>
                  <a:pt x="2410165" y="1329048"/>
                  <a:pt x="1331082" y="2406483"/>
                  <a:pt x="0" y="2406483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</a:t>
            </a:r>
          </a:p>
          <a:p>
            <a:r>
              <a:rPr lang="en-US" dirty="0"/>
              <a:t>add photo</a:t>
            </a:r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xmlns="" id="{1225C57A-6BA3-4E88-81DB-F98A7E8F9CC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4F9A67F-2D88-49BB-87D0-5430BD24E5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" name="Top left">
            <a:extLst>
              <a:ext uri="{FF2B5EF4-FFF2-40B4-BE49-F238E27FC236}">
                <a16:creationId xmlns:a16="http://schemas.microsoft.com/office/drawing/2014/main" xmlns="" id="{F5534F84-ABA8-471C-A8B7-F32A0AD1EB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C120E573-F17E-4067-ACC7-2CFE0E36AF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0A9A04E4-A99F-444D-8C94-C8345135FEB6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A25C62E1-A6EA-45F5-98E7-AFC16D32A1EE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E49BBA52-97E5-462E-89FE-054F9420E23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39548F12-A85E-4D96-A275-D42CC29DE220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91A48A8C-0AD8-4EE1-ABFC-3BC7281B3417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4D288D21-2CC5-4CD1-A620-1F777FCFB123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95A40365-E048-4BD5-B813-8F22247869EE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8F5D6640-231E-4BB4-AE0F-70176A3B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4" name="Bottom Right">
            <a:extLst>
              <a:ext uri="{FF2B5EF4-FFF2-40B4-BE49-F238E27FC236}">
                <a16:creationId xmlns:a16="http://schemas.microsoft.com/office/drawing/2014/main" xmlns="" id="{2B5DBC70-6B80-4634-BE74-063E4A2568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xmlns="" id="{4F2F0A0F-98AB-4BFF-A7D6-2AD57BBE6E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xmlns="" id="{DD4C8780-103D-4273-8C53-67974B2A94DC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xmlns="" id="{4AD6E1B3-1715-4109-8CB1-9105B0BFA99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xmlns="" id="{38820D0E-8FC9-4216-A6BF-2299C5AF7C14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AF0D6914-EF36-446C-9B37-B29925ED144F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FFAE074B-38DD-4BDA-A83B-AC2A1E8D166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C8DE4EEA-58F1-46B6-B27D-4542CA39C042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F436828B-D2E1-4D62-AAF4-796CB97FF892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885C3206-220B-4FE2-A199-6D4F2D7CE3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8" name="Date Placeholder 8">
            <a:extLst>
              <a:ext uri="{FF2B5EF4-FFF2-40B4-BE49-F238E27FC236}">
                <a16:creationId xmlns:a16="http://schemas.microsoft.com/office/drawing/2014/main" xmlns="" id="{B26AF064-D340-46EA-9C15-A6CB4E37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9" name="Footer Placeholder 9">
            <a:extLst>
              <a:ext uri="{FF2B5EF4-FFF2-40B4-BE49-F238E27FC236}">
                <a16:creationId xmlns:a16="http://schemas.microsoft.com/office/drawing/2014/main" xmlns="" id="{03F75FA5-935D-4AF9-B1EF-2F4DAAE5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xmlns="" id="{71F9F335-851C-42ED-B5C1-9FABCA15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xmlns="" id="{4330C721-3559-4CDE-B4AF-4F7C98229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33513" y="2343150"/>
            <a:ext cx="9324975" cy="3552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xmlns="" id="{6B68C4F3-DA58-488E-A1B9-C574806E06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7C14282E-9BBD-4DB8-9BEF-3B2029C43A8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54227016-75FE-458D-8526-2BC0F6325277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F8D36287-4581-4AB3-AD73-BB1788B529CE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DA687500-D055-420B-BA89-C2497BEC9CEE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561ED86A-A615-457B-B605-DDEFA04887A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F9B08EFF-6109-4E38-8AE0-C0DC57673936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662AAAC3-A562-4FFF-9C3D-2A15BB0C8217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64532044-D738-480C-BFDC-BA047A4549FB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0E6D5A92-6D6E-4B53-BA01-E1231CF6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4" name="Bottom Right">
            <a:extLst>
              <a:ext uri="{FF2B5EF4-FFF2-40B4-BE49-F238E27FC236}">
                <a16:creationId xmlns:a16="http://schemas.microsoft.com/office/drawing/2014/main" xmlns="" id="{933458C1-788D-4D50-BC21-6447B0730D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xmlns="" id="{0D41BA5F-BA2A-4386-A7B4-FB811DF5168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xmlns="" id="{EFDE3885-EA9A-4FF9-84BD-B43D6D1ED4DD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xmlns="" id="{5ECB0097-BB98-4FEC-A705-D82D6A97CA25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xmlns="" id="{20E6CFFF-B349-4360-92E1-0451760008D5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6A22594E-9B08-4B25-8789-304CA2FC58A4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AE707CB4-8E5B-40D8-A59A-38A6B3619F2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51A45863-5560-4ACD-ACE3-94776845B138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FD8510C7-0AAE-424E-8D10-9E3FC0DB98F1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9BA78C71-D0E4-4A5E-B6DB-3065CB6ACE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4" name="Date Placeholder 8">
            <a:extLst>
              <a:ext uri="{FF2B5EF4-FFF2-40B4-BE49-F238E27FC236}">
                <a16:creationId xmlns:a16="http://schemas.microsoft.com/office/drawing/2014/main" xmlns="" id="{4EC9294D-6492-44C5-AE14-74B5D86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xmlns="" id="{0E08DE30-AEBD-48F0-A130-0753399D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xmlns="" id="{71415C84-324E-4C0D-B691-C384E43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6A6618-F041-427E-AE99-91D2386AE8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0550" y="2055813"/>
            <a:ext cx="8662988" cy="3309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op left">
            <a:extLst>
              <a:ext uri="{FF2B5EF4-FFF2-40B4-BE49-F238E27FC236}">
                <a16:creationId xmlns:a16="http://schemas.microsoft.com/office/drawing/2014/main" xmlns="" id="{E7C1007A-38A4-44A0-BF98-887471DFFB3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FFC8DFC3-A77D-4047-89B1-5A9587DD92E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5367B319-DB4D-49DE-8B1B-D2F94F892C83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9FB6224A-9986-4980-9954-62E88B4E23A7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84F0DA6F-4771-4DAA-B032-F2F1CD6D7FFF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xmlns="" id="{6E826A14-FAD5-41CA-8B7E-B4938DC64FB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EAD248F0-8D25-4CDF-814F-87863C8D4959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AAE247D0-EA10-4307-A6D9-DC65CD336229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816F0BC8-01B3-4EA5-8D3C-D08A7083C407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17" name="Bottom Right">
            <a:extLst>
              <a:ext uri="{FF2B5EF4-FFF2-40B4-BE49-F238E27FC236}">
                <a16:creationId xmlns:a16="http://schemas.microsoft.com/office/drawing/2014/main" xmlns="" id="{3C4C6F91-040E-49E0-B048-C983B556B4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8" name="Graphic 157">
              <a:extLst>
                <a:ext uri="{FF2B5EF4-FFF2-40B4-BE49-F238E27FC236}">
                  <a16:creationId xmlns:a16="http://schemas.microsoft.com/office/drawing/2014/main" xmlns="" id="{5F735938-366A-4689-940D-6AC867D189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082D0C32-CA40-4D76-A0AE-355F4EDE9E47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D4AA2F5B-1059-4660-A88B-0138D3DEA11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8DBAAE2E-B09E-47A6-88B0-3B386570963B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80123DD0-D648-4002-B4DD-748944CF16C9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xmlns="" id="{B0FFF952-E585-449F-8014-AF83F5F6BF02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xmlns="" id="{60910C5D-897F-48B1-BECF-735BDC46365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xmlns="" id="{98633913-4C49-4FE2-A15B-78DE0FD26852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A9958AAF-ED1A-47A9-A07D-09465AFCF95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xmlns="" id="{FA2F33D7-521D-4F09-A571-EC79B9DD0E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962" y="588461"/>
            <a:ext cx="12194962" cy="5724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44AEF9-63A1-44CB-BD42-5FDC2C57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4263" y="1506070"/>
            <a:ext cx="4456111" cy="313540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1000"/>
              </a:spcBef>
              <a:defRPr sz="4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xmlns="" id="{5C6D6C0E-14CB-497A-A6C2-E067A88FA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34263" y="4778001"/>
            <a:ext cx="4430712" cy="971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en-US" dirty="0"/>
              <a:t>Click to subtitle</a:t>
            </a:r>
          </a:p>
        </p:txBody>
      </p:sp>
      <p:sp>
        <p:nvSpPr>
          <p:cNvPr id="47" name="Date Placeholder 8">
            <a:extLst>
              <a:ext uri="{FF2B5EF4-FFF2-40B4-BE49-F238E27FC236}">
                <a16:creationId xmlns:a16="http://schemas.microsoft.com/office/drawing/2014/main" xmlns="" id="{57880508-D524-4D72-B2D9-3EABCCBA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48" name="Footer Placeholder 9">
            <a:extLst>
              <a:ext uri="{FF2B5EF4-FFF2-40B4-BE49-F238E27FC236}">
                <a16:creationId xmlns:a16="http://schemas.microsoft.com/office/drawing/2014/main" xmlns="" id="{FC67283E-EA51-43E9-A8CE-4D01EABC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9" name="Slide Number Placeholder 10">
            <a:extLst>
              <a:ext uri="{FF2B5EF4-FFF2-40B4-BE49-F238E27FC236}">
                <a16:creationId xmlns:a16="http://schemas.microsoft.com/office/drawing/2014/main" xmlns="" id="{5008A3F2-2B1F-4E12-8D14-128006A2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xmlns="" id="{698EF02E-6CA2-4CA6-9212-FFB45FA9AE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AD5EB16E-0C22-49FD-A9C9-C4F0599D6A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36172559-F798-4A8A-9698-620049B5E1E3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1EF78E13-7F65-4E92-9600-C7EB240AAFB8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19D42D9C-D474-4039-AED0-7E1055E2B8DD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1B9CCFDE-F5F0-4883-8851-0FDCF34A1E9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A4195171-BFB5-4F1E-A417-55F80F5148AE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4B8D4B3A-91E6-4C2F-9123-094E5718BFCE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6325D776-3B6A-4BAA-B4F0-0944C0EABAEF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13" name="Bottom Right">
            <a:extLst>
              <a:ext uri="{FF2B5EF4-FFF2-40B4-BE49-F238E27FC236}">
                <a16:creationId xmlns:a16="http://schemas.microsoft.com/office/drawing/2014/main" xmlns="" id="{D45C93FD-55BA-4F2D-90F8-6DD517383A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4" name="Graphic 157">
              <a:extLst>
                <a:ext uri="{FF2B5EF4-FFF2-40B4-BE49-F238E27FC236}">
                  <a16:creationId xmlns:a16="http://schemas.microsoft.com/office/drawing/2014/main" xmlns="" id="{18B36122-15B8-4C6F-906C-77A513D374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50C0A59-1449-4599-8828-44025BFECBEE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xmlns="" id="{D9C52D9E-28AD-486F-B7C4-F04A7C4801E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xmlns="" id="{9909F516-4614-4EFB-BCB1-15AA5C678F14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xmlns="" id="{C3F02F4A-40B8-4D3C-B6B1-90E7B65255E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6BDCF159-602C-402C-A70E-34753F59D0F4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4EB71FB2-F1B2-4117-BA16-95D8C9AC3E5E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42E9C5BE-5CF5-4EB1-8D41-FA7AA2DAE423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09625B7A-8E4D-40D0-A98E-7A64991B9EA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339C0337-ABAF-49EC-BD34-55A05ADF1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4625685"/>
            <a:ext cx="9988166" cy="149540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Date Placeholder 8">
            <a:extLst>
              <a:ext uri="{FF2B5EF4-FFF2-40B4-BE49-F238E27FC236}">
                <a16:creationId xmlns:a16="http://schemas.microsoft.com/office/drawing/2014/main" xmlns="" id="{595B4059-AC5C-40F9-903D-D05AF8A7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9" name="Footer Placeholder 9">
            <a:extLst>
              <a:ext uri="{FF2B5EF4-FFF2-40B4-BE49-F238E27FC236}">
                <a16:creationId xmlns:a16="http://schemas.microsoft.com/office/drawing/2014/main" xmlns="" id="{9E19627B-F45E-41E4-8387-B5D665DB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0" name="Slide Number Placeholder 10">
            <a:extLst>
              <a:ext uri="{FF2B5EF4-FFF2-40B4-BE49-F238E27FC236}">
                <a16:creationId xmlns:a16="http://schemas.microsoft.com/office/drawing/2014/main" xmlns="" id="{7AA8C8B6-7507-4A7B-A983-5D1FC6DB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8D2FE6-7CCA-4BAA-A914-84C119AE8F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1863" y="736600"/>
            <a:ext cx="10328275" cy="4314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xmlns="" id="{2FFEA91A-0EFC-48F7-B7D5-80A0E1B762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5425" y="-1543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516EB67A-55A4-4D1D-925D-7970028D95E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E5E55AEF-DB73-4710-9416-FEB3FD97C15C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FD2908CE-9399-4B3D-AA3B-9C535EF8B4A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8639D73A-BE27-4C16-844B-7258A8A11179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1A76B215-E0A3-46C3-9D5F-9365987E538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C6EC2A41-C8B0-4DAF-963A-25A1129447CA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BA7290A1-550E-4C14-9692-08A32E701314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2C1450BD-4122-4D86-ABD1-F26F1194C6E6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grpSp>
        <p:nvGrpSpPr>
          <p:cNvPr id="13" name="Bottom Right">
            <a:extLst>
              <a:ext uri="{FF2B5EF4-FFF2-40B4-BE49-F238E27FC236}">
                <a16:creationId xmlns:a16="http://schemas.microsoft.com/office/drawing/2014/main" xmlns="" id="{BE4E36A0-93C4-40C8-8EEF-C463BBC763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74976" y="3278144"/>
            <a:ext cx="4211600" cy="3581399"/>
            <a:chOff x="7980400" y="3276601"/>
            <a:chExt cx="4211600" cy="3581399"/>
          </a:xfrm>
        </p:grpSpPr>
        <p:grpSp>
          <p:nvGrpSpPr>
            <p:cNvPr id="14" name="Graphic 157">
              <a:extLst>
                <a:ext uri="{FF2B5EF4-FFF2-40B4-BE49-F238E27FC236}">
                  <a16:creationId xmlns:a16="http://schemas.microsoft.com/office/drawing/2014/main" xmlns="" id="{1CCF8ACD-1787-41D1-B29E-E10FAE03308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7"/>
              <a:chOff x="4114800" y="1423987"/>
              <a:chExt cx="3961542" cy="4007547"/>
            </a:xfrm>
            <a:noFill/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C622B3C7-2A88-4657-8DEC-962E52F43F11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xmlns="" id="{5C36A0C0-7D0D-4D1D-9316-224CF1A823A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xmlns="" id="{D8D15477-C8B6-4ADB-BD54-698A9B5915EB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xmlns="" id="{20A4C13F-5758-4BE4-9925-C6E35301C4B7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C9A29BFA-3801-4847-A1E1-87A32423B402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20C42F85-0FBE-48C0-A629-8BC17C93C2F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2E443C38-4EE5-4E5F-ADF6-66502151DB3F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F754DE6C-441A-4CEF-B2BF-E2755FD916C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4E5B71B3-BF16-460A-B638-D1A60433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4625685"/>
            <a:ext cx="9988166" cy="149540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Date Placeholder 8">
            <a:extLst>
              <a:ext uri="{FF2B5EF4-FFF2-40B4-BE49-F238E27FC236}">
                <a16:creationId xmlns:a16="http://schemas.microsoft.com/office/drawing/2014/main" xmlns="" id="{9571135A-2E5D-477D-B14A-2B9AA4555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5" name="Footer Placeholder 9">
            <a:extLst>
              <a:ext uri="{FF2B5EF4-FFF2-40B4-BE49-F238E27FC236}">
                <a16:creationId xmlns:a16="http://schemas.microsoft.com/office/drawing/2014/main" xmlns="" id="{13453AD8-C108-4346-9519-C496F8B0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6" name="Slide Number Placeholder 10">
            <a:extLst>
              <a:ext uri="{FF2B5EF4-FFF2-40B4-BE49-F238E27FC236}">
                <a16:creationId xmlns:a16="http://schemas.microsoft.com/office/drawing/2014/main" xmlns="" id="{EBB5DBC4-2BAD-41DC-AFCC-11E01A84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77A857-1402-4ABB-A7CC-9467704990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1350" y="501650"/>
            <a:ext cx="10909300" cy="4349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op Left">
            <a:extLst>
              <a:ext uri="{FF2B5EF4-FFF2-40B4-BE49-F238E27FC236}">
                <a16:creationId xmlns:a16="http://schemas.microsoft.com/office/drawing/2014/main" xmlns="" id="{BBD4F959-5EA4-4F76-B85B-21D723B3B3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FEA59C57-9D10-43F2-A117-CF056B0EE0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15FBE050-1863-42EC-8923-851534803290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53B1833D-57B2-41AD-9621-7D5A33B79274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D76CF914-CBD8-4950-AC92-B6D0618B9537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9C115E25-746D-4185-9005-7A0A71516E6A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43669368-7C2F-4AAB-8948-A821629A7F57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xmlns="" id="{0CA60BEC-2BDB-42C0-8A61-4653057BEE3C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xmlns="" id="{4C734BC0-49E3-41A4-AB17-D87FF2D36F92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82113BB3-DE71-4C25-A6D0-241EC8A2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DD0D7D96-3677-493A-BA3B-CCC0ACA7D5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5388" y="2107496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0C164B7E-5CDD-4C49-94D6-CBB9803DD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281" y="2717782"/>
            <a:ext cx="4745568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grpSp>
        <p:nvGrpSpPr>
          <p:cNvPr id="17" name="Bottom Right">
            <a:extLst>
              <a:ext uri="{FF2B5EF4-FFF2-40B4-BE49-F238E27FC236}">
                <a16:creationId xmlns:a16="http://schemas.microsoft.com/office/drawing/2014/main" xmlns="" id="{FDEE985A-E675-4CC8-AB6B-94F735668B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7FC5E817-3F3A-422C-88A5-0EDF0234DC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9" name="Graphic 157">
              <a:extLst>
                <a:ext uri="{FF2B5EF4-FFF2-40B4-BE49-F238E27FC236}">
                  <a16:creationId xmlns:a16="http://schemas.microsoft.com/office/drawing/2014/main" xmlns="" id="{121B83E4-00E3-40BA-9880-8A0D84CD3B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DB568EA9-E3D2-4FE2-A215-56181CD8DC0D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286325F6-B50A-451C-9242-76F44D08BCD0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0BD3EC36-E2A2-4E31-9B9A-DB99BCB1FFCD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xmlns="" id="{2B0C0B52-C62D-4870-95FC-E72200874998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xmlns="" id="{EA1BC770-E7E8-4B4C-9E44-AF28FF3478C6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xmlns="" id="{2DFC082B-D4DC-4554-BD0D-A01C683AD833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xmlns="" id="{ECEA946C-6AE4-4E0A-9096-BA3FFF9956E8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EC0D7998-F951-4D21-85A4-F7F8086219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6" name="Text Placeholder 30">
            <a:extLst>
              <a:ext uri="{FF2B5EF4-FFF2-40B4-BE49-F238E27FC236}">
                <a16:creationId xmlns:a16="http://schemas.microsoft.com/office/drawing/2014/main" xmlns="" id="{9B5560C7-50D0-4CC5-AD89-48007BB98B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3612" y="2107388"/>
            <a:ext cx="4756714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xmlns="" id="{18AD3389-AD6B-43DD-A8D3-747CC563844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43505" y="2717674"/>
            <a:ext cx="4745568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32" name="Date Placeholder 8">
            <a:extLst>
              <a:ext uri="{FF2B5EF4-FFF2-40B4-BE49-F238E27FC236}">
                <a16:creationId xmlns:a16="http://schemas.microsoft.com/office/drawing/2014/main" xmlns="" id="{20D0392A-9FDF-463E-8831-4E691425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33" name="Footer Placeholder 9">
            <a:extLst>
              <a:ext uri="{FF2B5EF4-FFF2-40B4-BE49-F238E27FC236}">
                <a16:creationId xmlns:a16="http://schemas.microsoft.com/office/drawing/2014/main" xmlns="" id="{1DDEDA5B-5F9E-4C6B-A89B-05B29AF7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10">
            <a:extLst>
              <a:ext uri="{FF2B5EF4-FFF2-40B4-BE49-F238E27FC236}">
                <a16:creationId xmlns:a16="http://schemas.microsoft.com/office/drawing/2014/main" xmlns="" id="{C8ED2EA9-7B76-428A-B33B-166EFA24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Top Left">
            <a:extLst>
              <a:ext uri="{FF2B5EF4-FFF2-40B4-BE49-F238E27FC236}">
                <a16:creationId xmlns:a16="http://schemas.microsoft.com/office/drawing/2014/main" xmlns="" id="{F814A4FB-5C5F-4FBA-8692-F2853E8F30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xmlns="" id="{4980A145-1B2A-495B-BB8D-3217B443288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xmlns="" id="{0984DC62-D617-4E12-A239-CDDF4B6B262E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xmlns="" id="{F8A564AC-EDDB-4E4E-BDB1-E48BAD8588E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xmlns="" id="{49464CE0-3907-4E76-AFE6-DE1A516EDF34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xmlns="" id="{9B3B21B9-2870-497E-829A-0CC4F7008462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xmlns="" id="{909A199D-FF1B-459F-930B-A6D196E86E30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xmlns="" id="{47E0149D-5979-466E-A1C2-993EA08A6504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41FDA39F-7BD7-4DDD-9428-51E38CD97ED1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B1A75F4-7B0E-4667-A4CC-A89FC6C5D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xmlns="" id="{BD1F0F39-9F6D-4B25-8117-CC1868D8FD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2044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4F61A9F3-10B2-440F-8037-9098D468B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937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grpSp>
        <p:nvGrpSpPr>
          <p:cNvPr id="13" name="Bottom Right">
            <a:extLst>
              <a:ext uri="{FF2B5EF4-FFF2-40B4-BE49-F238E27FC236}">
                <a16:creationId xmlns:a16="http://schemas.microsoft.com/office/drawing/2014/main" xmlns="" id="{42796FA7-0B8D-4A6A-B372-11F8712842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4E9DEDEF-994C-4A05-BAA2-67F5BD83498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xmlns="" id="{BB94129B-E855-47D6-9855-B7BBA919657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xmlns="" id="{F51AB20C-DF56-47C5-896F-0DB80D03FDC8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xmlns="" id="{CFDCBD64-0658-4106-89B1-85886D501AF4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xmlns="" id="{B4A46042-D02F-49E2-94BE-4343D185C109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3BB3FF94-2A73-4E66-B0F7-52680ACEE507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3F248489-3035-4F9D-B606-06A95BB4E166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0689AA6E-4D9C-4F1F-8400-646DBC1DEB4D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4D905AEC-08D4-41F2-AD1B-63851B364937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F599A04F-CD3E-4093-A4F6-84E34675CF9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3" name="Text Placeholder 30">
            <a:extLst>
              <a:ext uri="{FF2B5EF4-FFF2-40B4-BE49-F238E27FC236}">
                <a16:creationId xmlns:a16="http://schemas.microsoft.com/office/drawing/2014/main" xmlns="" id="{CAD7B113-A329-4BA2-AFE9-605C0245BE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3061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xmlns="" id="{8D6DC0D7-6E45-4762-A081-2A9D1DF03B9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422954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52827B4A-2F73-4A8C-9EB2-DE175123E9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16137" y="2107496"/>
            <a:ext cx="3327366" cy="597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xmlns="" id="{5274DFA3-F7E2-4525-B0FD-F36F75AC670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16030" y="2717782"/>
            <a:ext cx="3319569" cy="3365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25" name="Date Placeholder 8">
            <a:extLst>
              <a:ext uri="{FF2B5EF4-FFF2-40B4-BE49-F238E27FC236}">
                <a16:creationId xmlns:a16="http://schemas.microsoft.com/office/drawing/2014/main" xmlns="" id="{D7DADA0B-95F3-437B-BB04-284E5066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26" name="Footer Placeholder 9">
            <a:extLst>
              <a:ext uri="{FF2B5EF4-FFF2-40B4-BE49-F238E27FC236}">
                <a16:creationId xmlns:a16="http://schemas.microsoft.com/office/drawing/2014/main" xmlns="" id="{79EB3AB4-7EA2-4CAC-A6BD-9D885C89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10">
            <a:extLst>
              <a:ext uri="{FF2B5EF4-FFF2-40B4-BE49-F238E27FC236}">
                <a16:creationId xmlns:a16="http://schemas.microsoft.com/office/drawing/2014/main" xmlns="" id="{5F4C612D-28B2-4621-BF60-4C517747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Bottom Right">
            <a:extLst>
              <a:ext uri="{FF2B5EF4-FFF2-40B4-BE49-F238E27FC236}">
                <a16:creationId xmlns:a16="http://schemas.microsoft.com/office/drawing/2014/main" xmlns="" id="{87D6C0D7-A737-43ED-826C-2CA4342FDC1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CCA11D72-A324-4CBE-81EF-0749941030E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9" name="Graphic 157">
              <a:extLst>
                <a:ext uri="{FF2B5EF4-FFF2-40B4-BE49-F238E27FC236}">
                  <a16:creationId xmlns:a16="http://schemas.microsoft.com/office/drawing/2014/main" xmlns="" id="{9D281BC3-CDBE-4B5A-BC91-05B7893FA1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xmlns="" id="{161F2C16-D16B-4E77-A7C3-F034E339C8E3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xmlns="" id="{6384EDC3-48C8-4B4E-9475-A04F1DD7E3F6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xmlns="" id="{62DE50AA-70A1-42B0-9A48-90179EFB9F89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xmlns="" id="{B45B8FC7-7430-4175-B520-9EBD801FD290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xmlns="" id="{AB71D997-36EB-47F1-AA27-4D84A7630728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xmlns="" id="{37933934-0680-4A62-B61F-E3A67308AAD6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xmlns="" id="{E017FEEF-F8AC-41EC-ABC5-915B19B1AB9A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70A86BE-FF1E-4233-818E-C14D21E7BAA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7" name="Top Left">
            <a:extLst>
              <a:ext uri="{FF2B5EF4-FFF2-40B4-BE49-F238E27FC236}">
                <a16:creationId xmlns:a16="http://schemas.microsoft.com/office/drawing/2014/main" xmlns="" id="{A64EEEED-5E70-4887-BF25-521AD226CC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xmlns="" id="{C91FCFBD-2F49-483C-B742-FF146DCA4FD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xmlns="" id="{62F0911B-F120-4420-AA06-AD353E1767EE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xmlns="" id="{6F9966F6-9C92-4F47-B467-5A8E5ED4787D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xmlns="" id="{C362B109-529A-404A-884A-8E710062A1A9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xmlns="" id="{AE9B88E9-C70C-4258-B3BA-A8779F3BE493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xmlns="" id="{6255D292-A4F0-46F0-9AB1-39848FAB066C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xmlns="" id="{D52C09E6-F356-45FC-BD84-6DCA0DA0B6D9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xmlns="" id="{5578C025-F0CB-42E1-9FCA-C1FD0EF38FE3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6" name="Title 1">
            <a:extLst>
              <a:ext uri="{FF2B5EF4-FFF2-40B4-BE49-F238E27FC236}">
                <a16:creationId xmlns:a16="http://schemas.microsoft.com/office/drawing/2014/main" xmlns="" id="{56035778-0626-4342-AA4C-D8F9F76EE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987809" cy="166457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xmlns="" id="{9698C764-7CE3-448C-B388-39B815517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987488" cy="37286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>
              <a:lnSpc>
                <a:spcPct val="110000"/>
              </a:lnSpc>
            </a:pPr>
            <a:r>
              <a:rPr lang="en-US" sz="1800"/>
              <a:t>Click to edit Master text styles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xmlns="" id="{75903FF3-B1FC-4719-8686-C6F5099E36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08749" y="862806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59" name="Date Placeholder 8">
            <a:extLst>
              <a:ext uri="{FF2B5EF4-FFF2-40B4-BE49-F238E27FC236}">
                <a16:creationId xmlns:a16="http://schemas.microsoft.com/office/drawing/2014/main" xmlns="" id="{A82599B9-EBEF-4011-9E38-FC40FF7B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60" name="Footer Placeholder 9">
            <a:extLst>
              <a:ext uri="{FF2B5EF4-FFF2-40B4-BE49-F238E27FC236}">
                <a16:creationId xmlns:a16="http://schemas.microsoft.com/office/drawing/2014/main" xmlns="" id="{851C129C-6681-4E11-B9FE-9F5FFF54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1" name="Slide Number Placeholder 10">
            <a:extLst>
              <a:ext uri="{FF2B5EF4-FFF2-40B4-BE49-F238E27FC236}">
                <a16:creationId xmlns:a16="http://schemas.microsoft.com/office/drawing/2014/main" xmlns="" id="{DC6D20C1-D99F-47B0-B1F7-EA8101F8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27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ottom Right">
            <a:extLst>
              <a:ext uri="{FF2B5EF4-FFF2-40B4-BE49-F238E27FC236}">
                <a16:creationId xmlns:a16="http://schemas.microsoft.com/office/drawing/2014/main" xmlns="" id="{562BD150-E869-44AC-B0E8-35618F795B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FF918A15-3E7F-42BB-83AB-473EF76AB0C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0" name="Graphic 157">
              <a:extLst>
                <a:ext uri="{FF2B5EF4-FFF2-40B4-BE49-F238E27FC236}">
                  <a16:creationId xmlns:a16="http://schemas.microsoft.com/office/drawing/2014/main" xmlns="" id="{1AA9D900-7A0C-4788-85E0-9329B727A14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xmlns="" id="{839D0A43-40DB-4967-BF0C-05CB54D3DF2C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xmlns="" id="{F6C7E54F-930C-4B8D-9CE6-DCC37269B13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xmlns="" id="{A4F6F66D-CC67-443B-9CB5-FFD695ED4518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xmlns="" id="{6B392295-CB7C-4805-B4B1-AC7531AC270A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xmlns="" id="{91ADCAAB-0B5C-4495-8D5D-32C87A21407D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xmlns="" id="{8F02E2A1-7B5F-4C33-98CD-98E24B61EFFB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xmlns="" id="{7577F4AD-5552-4A2F-A3FA-67834BF96FBE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C17EE90C-247C-4F8E-9B86-BD7E31F126A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xmlns="" id="{985E1522-3C37-44A6-81DC-1BF369AF0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4098524"/>
            <a:ext cx="5996628" cy="22260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en-US" sz="5400">
                <a:cs typeface="Posterama" panose="020B0504020200020000" pitchFamily="34" charset="0"/>
              </a:rPr>
              <a:t>Click to edit Master title style</a:t>
            </a:r>
            <a:endParaRPr lang="en-US" sz="5400" dirty="0">
              <a:cs typeface="Posterama" panose="020B0504020200020000" pitchFamily="34" charset="0"/>
            </a:endParaRPr>
          </a:p>
        </p:txBody>
      </p:sp>
      <p:sp>
        <p:nvSpPr>
          <p:cNvPr id="44" name="Subtitle 2">
            <a:extLst>
              <a:ext uri="{FF2B5EF4-FFF2-40B4-BE49-F238E27FC236}">
                <a16:creationId xmlns:a16="http://schemas.microsoft.com/office/drawing/2014/main" xmlns="" id="{5048357E-69C2-4F32-8C47-3D84340F6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30" y="4085112"/>
            <a:ext cx="3997745" cy="2228758"/>
          </a:xfrm>
          <a:prstGeom prst="rect">
            <a:avLst/>
          </a:prstGeom>
        </p:spPr>
        <p:txBody>
          <a:bodyPr anchor="ctr"/>
          <a:lstStyle/>
          <a:p>
            <a:pPr algn="l">
              <a:lnSpc>
                <a:spcPct val="110000"/>
              </a:lnSpc>
            </a:pPr>
            <a:r>
              <a:rPr lang="en-US" sz="2200">
                <a:cs typeface="Segoe UI Semilight" panose="020B0402040204020203" pitchFamily="34" charset="0"/>
              </a:rPr>
              <a:t>Click to edit Master subtitle style</a:t>
            </a:r>
            <a:endParaRPr lang="en-US" sz="2200" dirty="0">
              <a:cs typeface="Segoe UI Semilight" panose="020B0402040204020203" pitchFamily="34" charset="0"/>
            </a:endParaRPr>
          </a:p>
        </p:txBody>
      </p:sp>
      <p:sp>
        <p:nvSpPr>
          <p:cNvPr id="63" name="Date Placeholder 8">
            <a:extLst>
              <a:ext uri="{FF2B5EF4-FFF2-40B4-BE49-F238E27FC236}">
                <a16:creationId xmlns:a16="http://schemas.microsoft.com/office/drawing/2014/main" xmlns="" id="{0CB3C12F-97EC-48F0-B4FC-924D91ECF3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2/2/20XX</a:t>
            </a:r>
            <a:endParaRPr lang="en-US" dirty="0"/>
          </a:p>
        </p:txBody>
      </p:sp>
      <p:sp>
        <p:nvSpPr>
          <p:cNvPr id="64" name="Footer Placeholder 9">
            <a:extLst>
              <a:ext uri="{FF2B5EF4-FFF2-40B4-BE49-F238E27FC236}">
                <a16:creationId xmlns:a16="http://schemas.microsoft.com/office/drawing/2014/main" xmlns="" id="{E3780E67-8AD7-4AB6-880C-281395A8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10">
            <a:extLst>
              <a:ext uri="{FF2B5EF4-FFF2-40B4-BE49-F238E27FC236}">
                <a16:creationId xmlns:a16="http://schemas.microsoft.com/office/drawing/2014/main" xmlns="" id="{28F5F854-E7C5-4C18-A6E1-ECEF9BDE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/>
          <a:lstStyle>
            <a:lvl1pPr algn="r">
              <a:defRPr sz="900" spc="200" baseline="0">
                <a:solidFill>
                  <a:schemeClr val="accent1"/>
                </a:solidFill>
                <a:effectLst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xmlns="" id="{22FBEE11-58B3-429A-8DAC-6A64A613383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842" y="0"/>
            <a:ext cx="11084189" cy="3854030"/>
          </a:xfrm>
          <a:custGeom>
            <a:avLst/>
            <a:gdLst>
              <a:gd name="connsiteX0" fmla="*/ 0 w 11084189"/>
              <a:gd name="connsiteY0" fmla="*/ 0 h 3854030"/>
              <a:gd name="connsiteX1" fmla="*/ 11084189 w 11084189"/>
              <a:gd name="connsiteY1" fmla="*/ 0 h 3854030"/>
              <a:gd name="connsiteX2" fmla="*/ 11061525 w 11084189"/>
              <a:gd name="connsiteY2" fmla="*/ 105743 h 3854030"/>
              <a:gd name="connsiteX3" fmla="*/ 5542094 w 11084189"/>
              <a:gd name="connsiteY3" fmla="*/ 3854030 h 3854030"/>
              <a:gd name="connsiteX4" fmla="*/ 22663 w 11084189"/>
              <a:gd name="connsiteY4" fmla="*/ 105743 h 385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5" y="105743"/>
                </a:lnTo>
                <a:cubicBezTo>
                  <a:pt x="10536186" y="2244886"/>
                  <a:pt x="8264668" y="3854030"/>
                  <a:pt x="5542094" y="3854030"/>
                </a:cubicBezTo>
                <a:cubicBezTo>
                  <a:pt x="2819520" y="3854030"/>
                  <a:pt x="548002" y="2244886"/>
                  <a:pt x="22663" y="10574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photo here</a:t>
            </a: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xmlns="" id="{33360105-7353-4ECE-84E2-90AB638A30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9D5AB2A0-6800-4AD4-A205-3E8C1112BC30}"/>
                </a:ext>
              </a:extLst>
            </p:cNvPr>
            <p:cNvSpPr/>
            <p:nvPr/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12B26919-92C3-4374-AE4E-4317D65064C0}"/>
                </a:ext>
              </a:extLst>
            </p:cNvPr>
            <p:cNvSpPr/>
            <p:nvPr/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E46716C0-CAC5-41FA-B385-EBA8AFFDF128}"/>
                </a:ext>
              </a:extLst>
            </p:cNvPr>
            <p:cNvSpPr/>
            <p:nvPr/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BE7C1332-4CF7-41C1-ACC4-6C23744D478F}"/>
                </a:ext>
              </a:extLst>
            </p:cNvPr>
            <p:cNvSpPr/>
            <p:nvPr/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2C35C136-D3C6-42F1-840C-EE7B2BA3776E}"/>
                </a:ext>
              </a:extLst>
            </p:cNvPr>
            <p:cNvSpPr/>
            <p:nvPr/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BF98CB80-2DAC-44B7-B719-6DF8BC2DBB91}"/>
                </a:ext>
              </a:extLst>
            </p:cNvPr>
            <p:cNvSpPr/>
            <p:nvPr/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F0613FF3-B071-4C0E-B6E7-6815CCCC403A}"/>
                </a:ext>
              </a:extLst>
            </p:cNvPr>
            <p:cNvSpPr/>
            <p:nvPr/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Cross">
            <a:extLst>
              <a:ext uri="{FF2B5EF4-FFF2-40B4-BE49-F238E27FC236}">
                <a16:creationId xmlns:a16="http://schemas.microsoft.com/office/drawing/2014/main" xmlns="" id="{54409833-5EAC-4A40-B5BB-DE8282DD8E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248476" y="143843"/>
            <a:ext cx="118872" cy="118872"/>
            <a:chOff x="1175347" y="3733800"/>
            <a:chExt cx="118872" cy="118872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B9F7703-741D-4FB8-8620-F3BBFF5A0157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EC34E00B-1518-4EAC-A170-4D2B5C23FB6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5" name="Cross">
            <a:extLst>
              <a:ext uri="{FF2B5EF4-FFF2-40B4-BE49-F238E27FC236}">
                <a16:creationId xmlns:a16="http://schemas.microsoft.com/office/drawing/2014/main" xmlns="" id="{CFFED490-4247-4E3E-8A2E-5AF8A14E680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400876" y="296243"/>
            <a:ext cx="118872" cy="118872"/>
            <a:chOff x="1175347" y="3733800"/>
            <a:chExt cx="118872" cy="118872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FA378251-A149-4A27-9D43-C6E87A300F23}"/>
                </a:ext>
              </a:extLst>
            </p:cNvPr>
            <p:cNvCxnSpPr>
              <a:cxnSpLocks/>
            </p:cNvCxnSpPr>
            <p:nvPr/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xmlns="" id="{37ADD3F7-FA3D-4A72-B8B3-3FCBBFCB0ACF}"/>
                </a:ext>
              </a:extLst>
            </p:cNvPr>
            <p:cNvCxnSpPr>
              <a:cxnSpLocks/>
            </p:cNvCxnSpPr>
            <p:nvPr/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45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0" r:id="rId12"/>
    <p:sldLayoutId id="2147483721" r:id="rId1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230">
            <a:extLst>
              <a:ext uri="{FF2B5EF4-FFF2-40B4-BE49-F238E27FC236}">
                <a16:creationId xmlns:a16="http://schemas.microsoft.com/office/drawing/2014/main" xmlns="" id="{247A131F-D5DE-41A5-B4CF-4F345319B4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xmlns="" id="{3AF4666D-BD98-40A5-A75F-478B982010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xmlns="" id="{68680585-71F9-4721-A998-4974171D2E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xmlns="" id="{12BC95C2-2EEC-4F59-ABA8-660B0D059C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9" name="Graphic 141">
            <a:extLst>
              <a:ext uri="{FF2B5EF4-FFF2-40B4-BE49-F238E27FC236}">
                <a16:creationId xmlns:a16="http://schemas.microsoft.com/office/drawing/2014/main" xmlns="" id="{03E9870D-4BBA-43AF-8D44-BBADF020CF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xmlns="" id="{34BC5055-C77D-43CD-BB1D-A77B6779CD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xmlns="" id="{DB12D0B8-9385-489A-85AE-3D14AD0BA2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xmlns="" id="{D158A14A-147E-4130-A5E2-38FD84B181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xmlns="" id="{75B8B1EB-5E2B-472C-AE60-2EC5961F16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xmlns="" id="{B4F5BD77-58D7-4B61-A666-1B4139A63A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xmlns="" id="{F5CBEC6B-EDB6-40B8-8771-E5AF41B8D6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xmlns="" id="{91BD0EE8-AA47-4044-9251-9F5A4B8201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48" name="Graphic 157">
            <a:extLst>
              <a:ext uri="{FF2B5EF4-FFF2-40B4-BE49-F238E27FC236}">
                <a16:creationId xmlns:a16="http://schemas.microsoft.com/office/drawing/2014/main" xmlns="" id="{C3279E8D-2BAA-4CB1-834B-09FADD54DE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xmlns="" id="{3456F18E-4F61-486D-9CD6-65B30372C5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xmlns="" id="{318DDF45-08F0-46B6-A0B7-133735C94F4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xmlns="" id="{B9D0CC0F-710D-43F4-BC86-7637674201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xmlns="" id="{6FB36AB6-CB81-495A-8A33-C0BCE67D6F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xmlns="" id="{1993F7E6-ABF6-482D-BEA5-B4E607DDB4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xmlns="" id="{DCA0B097-C21A-40B4-95E4-2FFA9697F8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xmlns="" id="{AB2AF0F5-7EAA-4BAB-8DE2-D84E124170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257" name="Rectangle 256">
            <a:extLst>
              <a:ext uri="{FF2B5EF4-FFF2-40B4-BE49-F238E27FC236}">
                <a16:creationId xmlns:a16="http://schemas.microsoft.com/office/drawing/2014/main" xmlns="" id="{8651CFA9-6065-4243-AC48-858E359780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xmlns="" id="{37962AE0-6A1C-4B76-9D52-10E5E6D7D3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xmlns="" id="{16E12301-1C96-4D15-9838-D5B894B223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Placeholder 8" descr="A computer screen with a person in a mask carrying a black object&#10;&#10;AI-generated content may be incorrect.">
            <a:extLst>
              <a:ext uri="{FF2B5EF4-FFF2-40B4-BE49-F238E27FC236}">
                <a16:creationId xmlns:a16="http://schemas.microsoft.com/office/drawing/2014/main" xmlns="" id="{94A0BF32-DF89-1C10-2689-0F488BC91F2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60000"/>
          </a:blip>
          <a:srcRect t="5672" r="-1" b="5390"/>
          <a:stretch/>
        </p:blipFill>
        <p:spPr>
          <a:xfrm>
            <a:off x="20" y="10"/>
            <a:ext cx="12188932" cy="6856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63" name="Top Left">
            <a:extLst>
              <a:ext uri="{FF2B5EF4-FFF2-40B4-BE49-F238E27FC236}">
                <a16:creationId xmlns:a16="http://schemas.microsoft.com/office/drawing/2014/main" xmlns="" id="{D7A5FD75-4B35-4162-9304-5694912558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xmlns="" id="{A5107DF9-40C8-458E-82E1-523137E7A98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xmlns="" id="{5BD83295-4F37-4B80-AF77-1798FB80C5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xmlns="" id="{65888C74-4F56-4347-8944-E676A3C8967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xmlns="" id="{A69429CD-28C1-4DC7-84AD-4421A0AC8E4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xmlns="" id="{762D63CF-41E9-4561-A945-E199ABE754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xmlns="" id="{0C95C339-F16B-492F-903D-A6855F56E1D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xmlns="" id="{E85BC65A-0C9A-45A6-B18B-5E020CE983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40983E0-FEBB-4B45-B00C-917965EBE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726066"/>
            <a:ext cx="4795282" cy="501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Fraud Detection and Prediction System for Financial Transactions</a:t>
            </a:r>
          </a:p>
        </p:txBody>
      </p:sp>
      <p:grpSp>
        <p:nvGrpSpPr>
          <p:cNvPr id="272" name="Bottom Right">
            <a:extLst>
              <a:ext uri="{FF2B5EF4-FFF2-40B4-BE49-F238E27FC236}">
                <a16:creationId xmlns:a16="http://schemas.microsoft.com/office/drawing/2014/main" xmlns="" id="{34676384-D846-461C-B8F3-BDB849B4A4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73" name="Graphic 157">
              <a:extLst>
                <a:ext uri="{FF2B5EF4-FFF2-40B4-BE49-F238E27FC236}">
                  <a16:creationId xmlns:a16="http://schemas.microsoft.com/office/drawing/2014/main" xmlns="" id="{50480E57-05E0-42B6-8693-191B4E9CF5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xmlns="" id="{1C989BD5-54F6-4747-83F1-81FCAEDAD80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xmlns="" id="{6D7EE029-E135-4899-AC49-78D6946CDAD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xmlns="" id="{4C9494D7-A3EA-4A41-8910-6B6FE95E59B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xmlns="" id="{89E7F2B7-DEB2-4B2A-99F9-10622D09E13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xmlns="" id="{9DACD4DB-BAF5-43DD-8CC8-4200A16D662A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xmlns="" id="{6532D7D7-91B4-4F7C-B38E-5BBD5F3B42D7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xmlns="" id="{2B7428A0-A810-46D6-9CC7-2475B2DF6EE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xmlns="" id="{9C4A0E07-B9C5-49FB-B94A-B28D740C74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E0DB9D88-9963-482B-B907-C09FB61E0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5372" y="726538"/>
            <a:ext cx="4977905" cy="50170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venir Next LT Pro" panose="020B0504020202020204" pitchFamily="34" charset="0"/>
              <a:buChar char="+"/>
            </a:pPr>
            <a:r>
              <a:rPr lang="en-US" sz="1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Supervised by:</a:t>
            </a:r>
          </a:p>
          <a:p>
            <a:pPr indent="-228600">
              <a:buFont typeface="Avenir Next LT Pro" panose="020B0504020202020204" pitchFamily="34" charset="0"/>
              <a:buChar char="+"/>
            </a:pPr>
            <a:r>
              <a:rPr lang="en-US" sz="18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Prof: </a:t>
            </a:r>
            <a:r>
              <a:rPr lang="en-US" sz="1800" b="1" i="1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Hala</a:t>
            </a:r>
            <a:r>
              <a:rPr lang="en-US" sz="1800" b="1" i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Abbas</a:t>
            </a:r>
            <a:r>
              <a:rPr lang="en-US" sz="18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8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indent="-228600">
              <a:buFont typeface="Avenir Next LT Pro" panose="020B0504020202020204" pitchFamily="34" charset="0"/>
              <a:buChar char="+"/>
            </a:pPr>
            <a:r>
              <a:rPr lang="en-US" sz="1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Presented by:</a:t>
            </a:r>
          </a:p>
          <a:p>
            <a:pPr indent="-228600">
              <a:buFont typeface="Avenir Next LT Pro" panose="020B0504020202020204" pitchFamily="34" charset="0"/>
              <a:buChar char="+"/>
            </a:pPr>
            <a:r>
              <a:rPr lang="en-US" sz="18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Name: Mostafa Hussein</a:t>
            </a:r>
          </a:p>
        </p:txBody>
      </p:sp>
    </p:spTree>
    <p:extLst>
      <p:ext uri="{BB962C8B-B14F-4D97-AF65-F5344CB8AC3E}">
        <p14:creationId xmlns:p14="http://schemas.microsoft.com/office/powerpoint/2010/main" val="41034375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406C0716-5D59-43AE-A330-C9AC7B2C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xmlns="" id="{61DE433B-D5F9-43BE-952C-B08B09FD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37" name="Bottom Right">
            <a:extLst>
              <a:ext uri="{FF2B5EF4-FFF2-40B4-BE49-F238E27FC236}">
                <a16:creationId xmlns:a16="http://schemas.microsoft.com/office/drawing/2014/main" xmlns="" id="{55C8AD2F-5B7B-44EB-AEC6-DB915E954A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7" name="Graphic 157">
              <a:extLst>
                <a:ext uri="{FF2B5EF4-FFF2-40B4-BE49-F238E27FC236}">
                  <a16:creationId xmlns:a16="http://schemas.microsoft.com/office/drawing/2014/main" xmlns="" id="{AD2237AA-7A0E-46FE-8C56-65082235EC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xmlns="" id="{8189D45D-DFA3-4998-98D1-5D9637BDA9C6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xmlns="" id="{4E2B0C16-9511-474C-B3A2-401F66A741E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xmlns="" id="{2D474A2B-3E8D-40C0-98CA-6697FC0EA993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xmlns="" id="{B7AE6964-2C05-4058-A591-1EF146A33B60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xmlns="" id="{33574087-63C5-4183-82FA-AC9A54AA793B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xmlns="" id="{BD162D94-709E-4257-90A5-A01CF9FCBA0A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xmlns="" id="{B07825EA-21C0-423A-A0C9-9B747B200F06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9DD04C10-BC2D-45BD-BB64-35E600DDD7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1" name="Picture Placeholder 10" descr="A diagram of a type of fraud detection techniques&#10;&#10;AI-generated content may be incorrect.">
            <a:extLst>
              <a:ext uri="{FF2B5EF4-FFF2-40B4-BE49-F238E27FC236}">
                <a16:creationId xmlns:a16="http://schemas.microsoft.com/office/drawing/2014/main" xmlns="" id="{3245B49B-F9AF-0A47-89DC-4FA4AAC71D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251" r="1251"/>
          <a:stretch>
            <a:fillRect/>
          </a:stretch>
        </p:blipFill>
        <p:spPr/>
      </p:pic>
      <p:graphicFrame>
        <p:nvGraphicFramePr>
          <p:cNvPr id="57" name="Subtitle 6">
            <a:extLst>
              <a:ext uri="{FF2B5EF4-FFF2-40B4-BE49-F238E27FC236}">
                <a16:creationId xmlns:a16="http://schemas.microsoft.com/office/drawing/2014/main" xmlns="" id="{8F07C427-0703-9326-8167-16E49AEE10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843894"/>
              </p:ext>
            </p:extLst>
          </p:nvPr>
        </p:nvGraphicFramePr>
        <p:xfrm>
          <a:off x="1195452" y="1418254"/>
          <a:ext cx="5608088" cy="4751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" name="Picture Placeholder 15" descr="A diagram of a fraud detection&#10;&#10;AI-generated content may be incorrect.">
            <a:extLst>
              <a:ext uri="{FF2B5EF4-FFF2-40B4-BE49-F238E27FC236}">
                <a16:creationId xmlns:a16="http://schemas.microsoft.com/office/drawing/2014/main" xmlns="" id="{E774CA50-4256-5E78-4CB4-E9EB689C280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9"/>
          <a:srcRect l="2804" r="2804"/>
          <a:stretch>
            <a:fillRect/>
          </a:stretch>
        </p:blipFill>
        <p:spPr/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F6D91E8-5156-DA48-8FDE-FF06FBE5E52B}"/>
              </a:ext>
            </a:extLst>
          </p:cNvPr>
          <p:cNvSpPr txBox="1">
            <a:spLocks/>
          </p:cNvSpPr>
          <p:nvPr/>
        </p:nvSpPr>
        <p:spPr>
          <a:xfrm>
            <a:off x="4038600" y="64080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spc="200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Graduation Project</a:t>
            </a:r>
          </a:p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 part </a:t>
            </a:r>
            <a:r>
              <a:rPr lang="en-US" cap="all" dirty="0" smtClean="0">
                <a:cs typeface="Segoe UI Semilight" panose="020B0402040204020203" pitchFamily="34" charset="0"/>
              </a:rPr>
              <a:t>two</a:t>
            </a:r>
            <a:endParaRPr lang="en-US" cap="all" dirty="0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2169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xmlns="" id="{02C7D812-0771-4D00-92C7-CB0E83EE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6066218" cy="1664573"/>
          </a:xfrm>
        </p:spPr>
        <p:txBody>
          <a:bodyPr/>
          <a:lstStyle/>
          <a:p>
            <a:pPr lvl="0"/>
            <a:r>
              <a:rPr lang="en-US" dirty="0"/>
              <a:t>Problem &amp; Motivation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02338824-BECA-4FA6-8497-F1FDE9B9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2" y="2065386"/>
            <a:ext cx="5322993" cy="447352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Financial fraud is no longer just a </a:t>
            </a:r>
            <a:r>
              <a:rPr lang="en-US" sz="2400" dirty="0" smtClean="0"/>
              <a:t>risk, it's </a:t>
            </a:r>
            <a:r>
              <a:rPr lang="en-US" sz="2400" dirty="0"/>
              <a:t>a </a:t>
            </a:r>
            <a:r>
              <a:rPr lang="en-US" sz="2400" b="1" dirty="0"/>
              <a:t>growing global threat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From silent digital thefts to large-scale scams, fraudulent transactions can drain accounts in seconds.</a:t>
            </a:r>
            <a:br>
              <a:rPr lang="en-US" sz="2400" dirty="0"/>
            </a:br>
            <a:r>
              <a:rPr lang="en-US" sz="2400" dirty="0"/>
              <a:t>For banks and customers alike, this means </a:t>
            </a:r>
            <a:r>
              <a:rPr lang="en-US" sz="2400" b="1" dirty="0"/>
              <a:t>loss of trust, massive financial damage</a:t>
            </a:r>
            <a:r>
              <a:rPr lang="en-US" sz="2400" dirty="0"/>
              <a:t>, and in worst cases… </a:t>
            </a:r>
            <a:r>
              <a:rPr lang="en-US" sz="2400" b="1" dirty="0"/>
              <a:t>bankruptcy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Traditional systems fail to adapt — but fraud </a:t>
            </a:r>
            <a:r>
              <a:rPr lang="en-US" sz="2400" b="1" dirty="0">
                <a:solidFill>
                  <a:srgbClr val="FF0000"/>
                </a:solidFill>
              </a:rPr>
              <a:t>never sleeps</a:t>
            </a:r>
            <a:r>
              <a:rPr lang="en-US" sz="2400" dirty="0"/>
              <a:t>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0959A09-3D6B-4D8D-AB3E-BB106DC0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Picture Placeholder 10" descr="A person looking at a magnifying glass&#10;&#10;AI-generated content may be incorrect.">
            <a:extLst>
              <a:ext uri="{FF2B5EF4-FFF2-40B4-BE49-F238E27FC236}">
                <a16:creationId xmlns:a16="http://schemas.microsoft.com/office/drawing/2014/main" xmlns="" id="{517FC01E-4421-0A36-5765-47855E054A8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4992" r="4992"/>
          <a:stretch>
            <a:fillRect/>
          </a:stretch>
        </p:blipFill>
        <p:spPr/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D54E8B7-2223-719A-B99F-D8FAA54D9023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spc="200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Graduation Project</a:t>
            </a:r>
          </a:p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 part </a:t>
            </a:r>
            <a:r>
              <a:rPr lang="en-US" cap="all" dirty="0" smtClean="0">
                <a:cs typeface="Segoe UI Semilight" panose="020B0402040204020203" pitchFamily="34" charset="0"/>
              </a:rPr>
              <a:t>Two</a:t>
            </a:r>
            <a:endParaRPr lang="en-US" cap="all" dirty="0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33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0D27707A-0D74-4391-B40D-9DA61B87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</p:spPr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5438B01A-F91F-4EF4-B5EE-178E2107B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2" y="1514773"/>
            <a:ext cx="10158519" cy="67317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Develop</a:t>
            </a:r>
            <a:r>
              <a:rPr lang="en-US" sz="2000" b="1" dirty="0"/>
              <a:t> </a:t>
            </a:r>
            <a:r>
              <a:rPr lang="en-US" sz="2400" dirty="0"/>
              <a:t>an AI-powered system capable of detecting and predicting fraudulent financial transactions in real-time.</a:t>
            </a: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Leverage </a:t>
            </a:r>
            <a:r>
              <a:rPr lang="en-US" sz="2400" dirty="0"/>
              <a:t>machine learning models </a:t>
            </a:r>
            <a:r>
              <a:rPr lang="en-US" sz="2400" dirty="0" smtClean="0"/>
              <a:t>to </a:t>
            </a:r>
            <a:r>
              <a:rPr lang="en-US" sz="2400" dirty="0"/>
              <a:t>improve detection accuracy and reduce false positives.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Create</a:t>
            </a:r>
            <a:r>
              <a:rPr lang="en-US" sz="2400" dirty="0"/>
              <a:t> a user-friendly web interface for visualizing flagged transactions.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Ensure</a:t>
            </a:r>
            <a:r>
              <a:rPr lang="en-US" sz="2400" dirty="0"/>
              <a:t> compliance with local banking regulations (e.g., Central Bank of Egypt guidelines).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6BB72897-66FA-4F1E-944B-A635233E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5EE2EE1-D310-2714-6EB3-6930A630418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spc="200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Graduation Project</a:t>
            </a:r>
          </a:p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 part </a:t>
            </a:r>
            <a:r>
              <a:rPr lang="en-US" cap="all" dirty="0" smtClean="0">
                <a:cs typeface="Segoe UI Semilight" panose="020B0402040204020203" pitchFamily="34" charset="0"/>
              </a:rPr>
              <a:t>Two</a:t>
            </a:r>
            <a:endParaRPr lang="en-US" cap="all" dirty="0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643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0D27707A-0D74-4391-B40D-9DA61B87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9795636" cy="1335662"/>
          </a:xfrm>
        </p:spPr>
        <p:txBody>
          <a:bodyPr/>
          <a:lstStyle/>
          <a:p>
            <a:r>
              <a:rPr lang="en-US" dirty="0"/>
              <a:t>Suggested </a:t>
            </a:r>
            <a:r>
              <a:rPr lang="en-US" dirty="0"/>
              <a:t>Solution &amp; Deliverables</a:t>
            </a:r>
            <a:br>
              <a:rPr lang="en-US" dirty="0"/>
            </a:b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5438B01A-F91F-4EF4-B5EE-178E2107B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65" y="1234085"/>
            <a:ext cx="12119211" cy="507774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300" dirty="0"/>
              <a:t>We propose an AI-based fraud detection system to identify suspicious activities.</a:t>
            </a:r>
          </a:p>
          <a:p>
            <a:pPr>
              <a:lnSpc>
                <a:spcPct val="200000"/>
              </a:lnSpc>
            </a:pPr>
            <a:r>
              <a:rPr lang="en-US" sz="2300" dirty="0"/>
              <a:t>The solution involves:</a:t>
            </a:r>
          </a:p>
          <a:p>
            <a:pPr>
              <a:lnSpc>
                <a:spcPct val="200000"/>
              </a:lnSpc>
            </a:pPr>
            <a:r>
              <a:rPr lang="en-US" sz="2300" b="1" dirty="0">
                <a:solidFill>
                  <a:srgbClr val="FF0000"/>
                </a:solidFill>
              </a:rPr>
              <a:t>Preprocessing</a:t>
            </a:r>
            <a:r>
              <a:rPr lang="en-US" sz="2300" dirty="0"/>
              <a:t> transaction data to handle imbalance and extract key features.</a:t>
            </a:r>
          </a:p>
          <a:p>
            <a:pPr>
              <a:lnSpc>
                <a:spcPct val="200000"/>
              </a:lnSpc>
            </a:pPr>
            <a:r>
              <a:rPr lang="en-US" sz="2300" b="1" dirty="0">
                <a:solidFill>
                  <a:srgbClr val="FF0000"/>
                </a:solidFill>
              </a:rPr>
              <a:t>Training</a:t>
            </a:r>
            <a:r>
              <a:rPr lang="en-US" sz="2300" dirty="0"/>
              <a:t> efficient models for high fraud detection accuracy.</a:t>
            </a:r>
          </a:p>
          <a:p>
            <a:pPr>
              <a:lnSpc>
                <a:spcPct val="200000"/>
              </a:lnSpc>
            </a:pPr>
            <a:r>
              <a:rPr lang="en-US" sz="2300" b="1" dirty="0">
                <a:solidFill>
                  <a:srgbClr val="FF0000"/>
                </a:solidFill>
              </a:rPr>
              <a:t>Create</a:t>
            </a:r>
            <a:r>
              <a:rPr lang="en-US" sz="2300" dirty="0"/>
              <a:t> a lightweight web application for real-time predictions and alerts.</a:t>
            </a:r>
          </a:p>
          <a:p>
            <a:pPr>
              <a:lnSpc>
                <a:spcPct val="200000"/>
              </a:lnSpc>
            </a:pPr>
            <a:r>
              <a:rPr lang="en-US" sz="2300" b="1" dirty="0">
                <a:solidFill>
                  <a:srgbClr val="FF0000"/>
                </a:solidFill>
              </a:rPr>
              <a:t>Ensuring</a:t>
            </a:r>
            <a:r>
              <a:rPr lang="en-US" sz="2300" dirty="0"/>
              <a:t> the system aligns with compliance standards like CBE regulations.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6BB72897-66FA-4F1E-944B-A635233E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312957F-683B-8721-9991-90F5ED15129E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spc="200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Graduation Project</a:t>
            </a:r>
          </a:p>
          <a:p>
            <a:pPr algn="ctr">
              <a:spcAft>
                <a:spcPts val="600"/>
              </a:spcAft>
            </a:pPr>
            <a:r>
              <a:rPr lang="en-US" cap="all" dirty="0">
                <a:cs typeface="Segoe UI Semilight" panose="020B0402040204020203" pitchFamily="34" charset="0"/>
              </a:rPr>
              <a:t> part </a:t>
            </a:r>
            <a:r>
              <a:rPr lang="en-US" cap="all" dirty="0" smtClean="0">
                <a:cs typeface="Segoe UI Semilight" panose="020B0402040204020203" pitchFamily="34" charset="0"/>
              </a:rPr>
              <a:t>Two</a:t>
            </a:r>
            <a:endParaRPr lang="en-US" cap="all" dirty="0"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9682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xmlns="" id="{247A131F-D5DE-41A5-B4CF-4F345319B4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xmlns="" id="{3AF4666D-BD98-40A5-A75F-478B982010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xmlns="" id="{68680585-71F9-4721-A998-4974171D2E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12BC95C2-2EEC-4F59-ABA8-660B0D059C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0" name="Graphic 141">
            <a:extLst>
              <a:ext uri="{FF2B5EF4-FFF2-40B4-BE49-F238E27FC236}">
                <a16:creationId xmlns:a16="http://schemas.microsoft.com/office/drawing/2014/main" xmlns="" id="{03E9870D-4BBA-43AF-8D44-BBADF020CF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34BC5055-C77D-43CD-BB1D-A77B6779CD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xmlns="" id="{DB12D0B8-9385-489A-85AE-3D14AD0BA2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xmlns="" id="{D158A14A-147E-4130-A5E2-38FD84B181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xmlns="" id="{75B8B1EB-5E2B-472C-AE60-2EC5961F16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xmlns="" id="{B4F5BD77-58D7-4B61-A666-1B4139A63A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xmlns="" id="{F5CBEC6B-EDB6-40B8-8771-E5AF41B8D6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xmlns="" id="{91BD0EE8-AA47-4044-9251-9F5A4B8201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8" name="Graphic 157">
            <a:extLst>
              <a:ext uri="{FF2B5EF4-FFF2-40B4-BE49-F238E27FC236}">
                <a16:creationId xmlns:a16="http://schemas.microsoft.com/office/drawing/2014/main" xmlns="" id="{C3279E8D-2BAA-4CB1-834B-09FADD54DE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xmlns="" id="{3456F18E-4F61-486D-9CD6-65B30372C5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xmlns="" id="{318DDF45-08F0-46B6-A0B7-133735C94F4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xmlns="" id="{B9D0CC0F-710D-43F4-BC86-7637674201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xmlns="" id="{6FB36AB6-CB81-495A-8A33-C0BCE67D6F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xmlns="" id="{1993F7E6-ABF6-482D-BEA5-B4E607DDB4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xmlns="" id="{DCA0B097-C21A-40B4-95E4-2FFA9697F8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xmlns="" id="{AB2AF0F5-7EAA-4BAB-8DE2-D84E124170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xmlns="" id="{F1174801-1395-44C5-9B00-CCAC45C056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xmlns="" id="{996DFAFB-BCE1-4BEC-82FB-D574234DEF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98" name="Top left">
            <a:extLst>
              <a:ext uri="{FF2B5EF4-FFF2-40B4-BE49-F238E27FC236}">
                <a16:creationId xmlns:a16="http://schemas.microsoft.com/office/drawing/2014/main" xmlns="" id="{992BA179-C097-4C75-83EA-A7A702D3BD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xmlns="" id="{28D11CE2-8212-41C9-B5AC-00C75287F7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xmlns="" id="{7F19E2E8-BC88-42EC-9C0B-FE209DFC151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xmlns="" id="{5F723466-1F46-4AF3-B3F5-4E83BC7D02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xmlns="" id="{EEA118F0-0824-4C18-B53B-0CF8DA70C0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xmlns="" id="{F152EB7B-2BB6-441F-98E6-0CAC841D29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xmlns="" id="{86238508-65CF-4F7E-91FB-CF36A1C6F24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xmlns="" id="{F5C8B8D2-1338-4D15-BD6F-05347C6D1D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xmlns="" id="{617B21C1-9D88-498E-A8CB-477814C5B3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0D27707A-0D74-4391-B40D-9DA61B87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895" y="-8251"/>
            <a:ext cx="6392961" cy="222607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5400" dirty="0"/>
              <a:t>Project Requirements</a:t>
            </a:r>
            <a:endParaRPr lang="en-US" sz="5400" dirty="0"/>
          </a:p>
        </p:txBody>
      </p:sp>
      <p:grpSp>
        <p:nvGrpSpPr>
          <p:cNvPr id="106" name="Cross">
            <a:extLst>
              <a:ext uri="{FF2B5EF4-FFF2-40B4-BE49-F238E27FC236}">
                <a16:creationId xmlns:a16="http://schemas.microsoft.com/office/drawing/2014/main" xmlns="" id="{14D33187-CEF6-422A-928A-9334CEF8D1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76200" y="2819400"/>
            <a:ext cx="118872" cy="118872"/>
            <a:chOff x="1175347" y="3733800"/>
            <a:chExt cx="118872" cy="11887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xmlns="" id="{3EC2B44D-30FA-47D5-BAD0-3BA852D0F8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xmlns="" id="{16D38DE4-2378-4BAA-BB99-980DFB24E5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8" name="Bottom Right">
            <a:extLst>
              <a:ext uri="{FF2B5EF4-FFF2-40B4-BE49-F238E27FC236}">
                <a16:creationId xmlns:a16="http://schemas.microsoft.com/office/drawing/2014/main" xmlns="" id="{2A007E35-5AD8-4833-87A4-99737C264D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09" name="Graphic 157">
              <a:extLst>
                <a:ext uri="{FF2B5EF4-FFF2-40B4-BE49-F238E27FC236}">
                  <a16:creationId xmlns:a16="http://schemas.microsoft.com/office/drawing/2014/main" xmlns="" id="{54BCEE67-7AE7-4FAD-BE0B-E4DD7B900B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xmlns="" id="{E6CBFD26-40CF-4FE4-9C96-D773C9F80B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xmlns="" id="{447256C7-C808-4C82-A630-05196AAE6C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xmlns="" id="{EEF74DC0-EFE6-4316-88CA-6DE1FE0631D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xmlns="" id="{AEEF082E-F88A-4990-B9A0-496A41D1B39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xmlns="" id="{9E247848-28A4-4348-9602-91E3EF90551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xmlns="" id="{BC63D56F-93DA-4188-A93A-B0E9279F02F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xmlns="" id="{C4D65CD4-FCAE-410C-8C06-A8672DE5DB6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xmlns="" id="{613156BD-CBBB-4C3B-AAA7-C9493C014B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6BB72897-66FA-4F1E-944B-A635233E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>
                <a:solidFill>
                  <a:srgbClr val="FFFFFF"/>
                </a:solidFill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 cap="all">
              <a:solidFill>
                <a:srgbClr val="FFFFFF"/>
              </a:solidFill>
              <a:cs typeface="Segoe UI Semilight" panose="020B0402040204020203" pitchFamily="34" charset="0"/>
            </a:endParaRPr>
          </a:p>
        </p:txBody>
      </p:sp>
      <p:sp>
        <p:nvSpPr>
          <p:cNvPr id="51" name="Subtitle 6">
            <a:extLst>
              <a:ext uri="{FF2B5EF4-FFF2-40B4-BE49-F238E27FC236}">
                <a16:creationId xmlns="" xmlns:a16="http://schemas.microsoft.com/office/drawing/2014/main" id="{9E6680CE-A768-4BCE-A8EF-EEDE6ABA3F0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10908" y="1543669"/>
            <a:ext cx="8158175" cy="4751984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Kaggle</a:t>
            </a:r>
            <a:r>
              <a:rPr lang="en-US" dirty="0"/>
              <a:t> – Dataset </a:t>
            </a:r>
            <a:r>
              <a:rPr lang="en-US" dirty="0" smtClean="0"/>
              <a:t>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ar-EG" b="1" dirty="0"/>
              <a:t> </a:t>
            </a:r>
            <a:r>
              <a:rPr lang="en-US" dirty="0"/>
              <a:t>– </a:t>
            </a:r>
            <a:r>
              <a:rPr lang="en-US" dirty="0" smtClean="0"/>
              <a:t>Development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r>
              <a:rPr lang="ar-EG" b="1" dirty="0"/>
              <a:t> </a:t>
            </a:r>
            <a:r>
              <a:rPr lang="en-US" b="1" dirty="0"/>
              <a:t>and Libraries</a:t>
            </a:r>
            <a:r>
              <a:rPr lang="en-US" dirty="0"/>
              <a:t> – Model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Flask</a:t>
            </a:r>
            <a:r>
              <a:rPr lang="en-US" dirty="0"/>
              <a:t> – Backend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HTML </a:t>
            </a:r>
            <a:r>
              <a:rPr lang="en-US" dirty="0" smtClean="0"/>
              <a:t>– </a:t>
            </a:r>
            <a:r>
              <a:rPr lang="en-US" dirty="0"/>
              <a:t>Web </a:t>
            </a:r>
            <a:r>
              <a:rPr lang="en-US" dirty="0" smtClean="0"/>
              <a:t>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32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xmlns="" id="{247A131F-D5DE-41A5-B4CF-4F345319B4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xmlns="" id="{3AF4666D-BD98-40A5-A75F-478B982010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xmlns="" id="{68680585-71F9-4721-A998-4974171D2E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xmlns="" id="{12BC95C2-2EEC-4F59-ABA8-660B0D059C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0" name="Graphic 141">
            <a:extLst>
              <a:ext uri="{FF2B5EF4-FFF2-40B4-BE49-F238E27FC236}">
                <a16:creationId xmlns:a16="http://schemas.microsoft.com/office/drawing/2014/main" xmlns="" id="{03E9870D-4BBA-43AF-8D44-BBADF020CF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xmlns="" id="{34BC5055-C77D-43CD-BB1D-A77B6779CD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xmlns="" id="{DB12D0B8-9385-489A-85AE-3D14AD0BA2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xmlns="" id="{D158A14A-147E-4130-A5E2-38FD84B181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xmlns="" id="{75B8B1EB-5E2B-472C-AE60-2EC5961F16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xmlns="" id="{B4F5BD77-58D7-4B61-A666-1B4139A63A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xmlns="" id="{F5CBEC6B-EDB6-40B8-8771-E5AF41B8D6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xmlns="" id="{91BD0EE8-AA47-4044-9251-9F5A4B8201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8" name="Graphic 157">
            <a:extLst>
              <a:ext uri="{FF2B5EF4-FFF2-40B4-BE49-F238E27FC236}">
                <a16:creationId xmlns:a16="http://schemas.microsoft.com/office/drawing/2014/main" xmlns="" id="{C3279E8D-2BAA-4CB1-834B-09FADD54DE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xmlns="" id="{3456F18E-4F61-486D-9CD6-65B30372C5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xmlns="" id="{318DDF45-08F0-46B6-A0B7-133735C94F4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xmlns="" id="{B9D0CC0F-710D-43F4-BC86-7637674201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xmlns="" id="{6FB36AB6-CB81-495A-8A33-C0BCE67D6F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xmlns="" id="{1993F7E6-ABF6-482D-BEA5-B4E607DDB4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xmlns="" id="{DCA0B097-C21A-40B4-95E4-2FFA9697F8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xmlns="" id="{AB2AF0F5-7EAA-4BAB-8DE2-D84E124170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96" name="Rectangle 95">
            <a:extLst>
              <a:ext uri="{FF2B5EF4-FFF2-40B4-BE49-F238E27FC236}">
                <a16:creationId xmlns:a16="http://schemas.microsoft.com/office/drawing/2014/main" xmlns="" id="{F1174801-1395-44C5-9B00-CCAC45C056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xmlns="" id="{996DFAFB-BCE1-4BEC-82FB-D574234DEF0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98" name="Top left">
            <a:extLst>
              <a:ext uri="{FF2B5EF4-FFF2-40B4-BE49-F238E27FC236}">
                <a16:creationId xmlns:a16="http://schemas.microsoft.com/office/drawing/2014/main" xmlns="" id="{992BA179-C097-4C75-83EA-A7A702D3BD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xmlns="" id="{28D11CE2-8212-41C9-B5AC-00C75287F7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xmlns="" id="{7F19E2E8-BC88-42EC-9C0B-FE209DFC151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xmlns="" id="{5F723466-1F46-4AF3-B3F5-4E83BC7D027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xmlns="" id="{EEA118F0-0824-4C18-B53B-0CF8DA70C0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xmlns="" id="{F152EB7B-2BB6-441F-98E6-0CAC841D29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xmlns="" id="{86238508-65CF-4F7E-91FB-CF36A1C6F24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xmlns="" id="{F5C8B8D2-1338-4D15-BD6F-05347C6D1D5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xmlns="" id="{617B21C1-9D88-498E-A8CB-477814C5B3C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0D27707A-0D74-4391-B40D-9DA61B87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023" y="15241"/>
            <a:ext cx="7401705" cy="22260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4800" dirty="0"/>
              <a:t>Conclusion &amp; Future Work</a:t>
            </a:r>
            <a:endParaRPr lang="en-US" sz="4800" dirty="0"/>
          </a:p>
        </p:txBody>
      </p:sp>
      <p:grpSp>
        <p:nvGrpSpPr>
          <p:cNvPr id="106" name="Cross">
            <a:extLst>
              <a:ext uri="{FF2B5EF4-FFF2-40B4-BE49-F238E27FC236}">
                <a16:creationId xmlns:a16="http://schemas.microsoft.com/office/drawing/2014/main" xmlns="" id="{14D33187-CEF6-422A-928A-9334CEF8D1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76200" y="2819400"/>
            <a:ext cx="118872" cy="118872"/>
            <a:chOff x="1175347" y="3733800"/>
            <a:chExt cx="118872" cy="11887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xmlns="" id="{3EC2B44D-30FA-47D5-BAD0-3BA852D0F82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xmlns="" id="{16D38DE4-2378-4BAA-BB99-980DFB24E5E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8" name="Bottom Right">
            <a:extLst>
              <a:ext uri="{FF2B5EF4-FFF2-40B4-BE49-F238E27FC236}">
                <a16:creationId xmlns:a16="http://schemas.microsoft.com/office/drawing/2014/main" xmlns="" id="{2A007E35-5AD8-4833-87A4-99737C264D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09" name="Graphic 157">
              <a:extLst>
                <a:ext uri="{FF2B5EF4-FFF2-40B4-BE49-F238E27FC236}">
                  <a16:creationId xmlns:a16="http://schemas.microsoft.com/office/drawing/2014/main" xmlns="" id="{54BCEE67-7AE7-4FAD-BE0B-E4DD7B900B8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xmlns="" id="{E6CBFD26-40CF-4FE4-9C96-D773C9F80B4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xmlns="" id="{447256C7-C808-4C82-A630-05196AAE6CD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xmlns="" id="{EEF74DC0-EFE6-4316-88CA-6DE1FE0631D9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xmlns="" id="{AEEF082E-F88A-4990-B9A0-496A41D1B39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xmlns="" id="{9E247848-28A4-4348-9602-91E3EF90551B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xmlns="" id="{BC63D56F-93DA-4188-A93A-B0E9279F02F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xmlns="" id="{C4D65CD4-FCAE-410C-8C06-A8672DE5DB62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xmlns="" id="{613156BD-CBBB-4C3B-AAA7-C9493C014B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xmlns="" id="{6BB72897-66FA-4F1E-944B-A635233E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>
                <a:solidFill>
                  <a:srgbClr val="FFFFFF"/>
                </a:solidFill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 cap="all">
              <a:solidFill>
                <a:srgbClr val="FFFFFF"/>
              </a:solidFill>
              <a:cs typeface="Segoe UI Semilight" panose="020B0402040204020203" pitchFamily="34" charset="0"/>
            </a:endParaRPr>
          </a:p>
        </p:txBody>
      </p:sp>
      <p:sp>
        <p:nvSpPr>
          <p:cNvPr id="51" name="Subtitle 6">
            <a:extLst>
              <a:ext uri="{FF2B5EF4-FFF2-40B4-BE49-F238E27FC236}">
                <a16:creationId xmlns="" xmlns:a16="http://schemas.microsoft.com/office/drawing/2014/main" id="{9E6680CE-A768-4BCE-A8EF-EEDE6ABA3F0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07180" y="2014593"/>
            <a:ext cx="9774592" cy="4751984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An </a:t>
            </a:r>
            <a:r>
              <a:rPr lang="en-US" dirty="0"/>
              <a:t>AI-based fraud detection system was developed using machine learning to classify financial transactions as fraudulent or legitimate through a web-based application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Future work includes improving model performance and enabling real-time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36998741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008EA085-8D6A-4288-99D9-03A368AD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</p:spPr>
        <p:txBody>
          <a:bodyPr/>
          <a:lstStyle/>
          <a:p>
            <a:r>
              <a:rPr lang="en-US" dirty="0"/>
              <a:t>Gantt Chart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6419B17-91B6-4698-9B79-6D45CE18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" name="Picture 1" descr="A table with a schedule&#10;&#10;AI-generated content may be incorrect.">
            <a:extLst>
              <a:ext uri="{FF2B5EF4-FFF2-40B4-BE49-F238E27FC236}">
                <a16:creationId xmlns:a16="http://schemas.microsoft.com/office/drawing/2014/main" xmlns="" id="{B5D1D8BD-4F37-BAD6-3366-284533010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407" y="1661041"/>
            <a:ext cx="5925185" cy="1767958"/>
          </a:xfrm>
          <a:prstGeom prst="rect">
            <a:avLst/>
          </a:prstGeom>
        </p:spPr>
      </p:pic>
      <p:pic>
        <p:nvPicPr>
          <p:cNvPr id="4" name="Picture 3" descr="A graph with numbers and text&#10;&#10;AI-generated content may be incorrect.">
            <a:extLst>
              <a:ext uri="{FF2B5EF4-FFF2-40B4-BE49-F238E27FC236}">
                <a16:creationId xmlns:a16="http://schemas.microsoft.com/office/drawing/2014/main" xmlns="" id="{7F1C373A-874A-59EB-9F06-47D57A273D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01" t="2049" r="1307"/>
          <a:stretch/>
        </p:blipFill>
        <p:spPr bwMode="auto">
          <a:xfrm>
            <a:off x="0" y="3429001"/>
            <a:ext cx="12192000" cy="35031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91445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008EA085-8D6A-4288-99D9-03A368AD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</p:spPr>
        <p:txBody>
          <a:bodyPr/>
          <a:lstStyle/>
          <a:p>
            <a:r>
              <a:rPr lang="en-US"/>
              <a:t>Use Case Diagram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6419B17-91B6-4698-9B79-6D45CE18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" name="Picture 1" descr="A diagram of a security system">
            <a:extLst>
              <a:ext uri="{FF2B5EF4-FFF2-40B4-BE49-F238E27FC236}">
                <a16:creationId xmlns:a16="http://schemas.microsoft.com/office/drawing/2014/main" xmlns="" id="{B46870AD-CAC5-6FA7-BB1E-AD85F123D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3642"/>
            <a:ext cx="12192000" cy="4780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96156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008EA085-8D6A-4288-99D9-03A368AD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</p:spPr>
        <p:txBody>
          <a:bodyPr/>
          <a:lstStyle/>
          <a:p>
            <a:pPr algn="l"/>
            <a:r>
              <a:rPr lang="en-US"/>
              <a:t>Flowchart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6419B17-91B6-4698-9B79-6D45CE18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" name="Picture 1" descr="A diagram of a flowchart&#10;&#10;AI-generated content may be incorrect.">
            <a:extLst>
              <a:ext uri="{FF2B5EF4-FFF2-40B4-BE49-F238E27FC236}">
                <a16:creationId xmlns:a16="http://schemas.microsoft.com/office/drawing/2014/main" xmlns="" id="{71937D09-E2FD-F58E-6871-8D39DB466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21" y="286291"/>
            <a:ext cx="3432557" cy="628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22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008EA085-8D6A-4288-99D9-03A368AD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91"/>
            <a:ext cx="9988166" cy="1325397"/>
          </a:xfrm>
        </p:spPr>
        <p:txBody>
          <a:bodyPr/>
          <a:lstStyle/>
          <a:p>
            <a:r>
              <a:rPr lang="en-US" dirty="0">
                <a:effectLst/>
                <a:ea typeface="Times New Roman" panose="02020603050405020304" pitchFamily="18" charset="0"/>
              </a:rPr>
              <a:t>Activity Diagram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6419B17-91B6-4698-9B79-6D45CE18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2CD0C1F-004D-8CF6-856C-DA011480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311" y="1617297"/>
            <a:ext cx="4531378" cy="492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60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406C0716-5D59-43AE-A330-C9AC7B2C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969380" cy="1664573"/>
          </a:xfrm>
        </p:spPr>
        <p:txBody>
          <a:bodyPr/>
          <a:lstStyle/>
          <a:p>
            <a:r>
              <a:rPr lang="en-US" dirty="0" smtClean="0"/>
              <a:t>Project Results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xmlns="" id="{61DE433B-D5F9-43BE-952C-B08B09FD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37" name="Bottom Right">
            <a:extLst>
              <a:ext uri="{FF2B5EF4-FFF2-40B4-BE49-F238E27FC236}">
                <a16:creationId xmlns:a16="http://schemas.microsoft.com/office/drawing/2014/main" xmlns="" id="{55C8AD2F-5B7B-44EB-AEC6-DB915E954A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/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7" name="Graphic 157">
              <a:extLst>
                <a:ext uri="{FF2B5EF4-FFF2-40B4-BE49-F238E27FC236}">
                  <a16:creationId xmlns:a16="http://schemas.microsoft.com/office/drawing/2014/main" xmlns="" id="{AD2237AA-7A0E-46FE-8C56-65082235ECE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/>
          </p:nvGrpSpPr>
          <p:grpSpPr>
            <a:xfrm>
              <a:off x="8662740" y="3276601"/>
              <a:ext cx="3529260" cy="3581399"/>
              <a:chOff x="4114800" y="1423987"/>
              <a:chExt cx="3961542" cy="4007547"/>
            </a:xfrm>
            <a:noFill/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xmlns="" id="{8189D45D-DFA3-4998-98D1-5D9637BDA9C6}"/>
                  </a:ext>
                </a:extLst>
              </p:cNvPr>
              <p:cNvSpPr/>
              <p:nvPr/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xmlns="" id="{4E2B0C16-9511-474C-B3A2-401F66A741E2}"/>
                  </a:ext>
                </a:extLst>
              </p:cNvPr>
              <p:cNvSpPr/>
              <p:nvPr/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xmlns="" id="{2D474A2B-3E8D-40C0-98CA-6697FC0EA993}"/>
                  </a:ext>
                </a:extLst>
              </p:cNvPr>
              <p:cNvSpPr/>
              <p:nvPr/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xmlns="" id="{B7AE6964-2C05-4058-A591-1EF146A33B60}"/>
                  </a:ext>
                </a:extLst>
              </p:cNvPr>
              <p:cNvSpPr/>
              <p:nvPr/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xmlns="" id="{33574087-63C5-4183-82FA-AC9A54AA793B}"/>
                  </a:ext>
                </a:extLst>
              </p:cNvPr>
              <p:cNvSpPr/>
              <p:nvPr/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xmlns="" id="{BD162D94-709E-4257-90A5-A01CF9FCBA0A}"/>
                  </a:ext>
                </a:extLst>
              </p:cNvPr>
              <p:cNvSpPr/>
              <p:nvPr/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xmlns="" id="{B07825EA-21C0-423A-A0C9-9B747B200F06}"/>
                  </a:ext>
                </a:extLst>
              </p:cNvPr>
              <p:cNvSpPr/>
              <p:nvPr/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xmlns="" id="{9DD04C10-BC2D-45BD-BB64-35E600DDD78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9" name="Picture 3" descr="C:\Users\MADINAH\Desktop\Screenshot 2025-12-13 13573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10" y="2181317"/>
            <a:ext cx="4618037" cy="301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C:\Users\MADINAH\Desktop\Screenshot 2025-12-13 13580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40" y="2181316"/>
            <a:ext cx="3212704" cy="301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5" descr="C:\Users\MADINAH\Desktop\Screenshot 2025-12-13 13582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004" y="2181317"/>
            <a:ext cx="3524736" cy="301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458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247A131F-D5DE-41A5-B4CF-4F345319B4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3AF4666D-BD98-40A5-A75F-478B982010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68680585-71F9-4721-A998-4974171D2E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2BC95C2-2EEC-4F59-ABA8-660B0D059C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6" name="Graphic 141">
            <a:extLst>
              <a:ext uri="{FF2B5EF4-FFF2-40B4-BE49-F238E27FC236}">
                <a16:creationId xmlns:a16="http://schemas.microsoft.com/office/drawing/2014/main" xmlns="" id="{03E9870D-4BBA-43AF-8D44-BBADF020CF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34BC5055-C77D-43CD-BB1D-A77B6779CDA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DB12D0B8-9385-489A-85AE-3D14AD0BA2F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D158A14A-147E-4130-A5E2-38FD84B181A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xmlns="" id="{75B8B1EB-5E2B-472C-AE60-2EC5961F16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xmlns="" id="{B4F5BD77-58D7-4B61-A666-1B4139A63A2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F5CBEC6B-EDB6-40B8-8771-E5AF41B8D69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91BD0EE8-AA47-4044-9251-9F5A4B82012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5" name="Graphic 157">
            <a:extLst>
              <a:ext uri="{FF2B5EF4-FFF2-40B4-BE49-F238E27FC236}">
                <a16:creationId xmlns:a16="http://schemas.microsoft.com/office/drawing/2014/main" xmlns="" id="{C3279E8D-2BAA-4CB1-834B-09FADD54DE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8610600" y="3276600"/>
            <a:ext cx="3529260" cy="3581398"/>
            <a:chOff x="4114800" y="1423987"/>
            <a:chExt cx="3961542" cy="4007547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xmlns="" id="{3456F18E-4F61-486D-9CD6-65B30372C53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xmlns="" id="{318DDF45-08F0-46B6-A0B7-133735C94F4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xmlns="" id="{B9D0CC0F-710D-43F4-BC86-7637674201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xmlns="" id="{6FB36AB6-CB81-495A-8A33-C0BCE67D6F2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xmlns="" id="{1993F7E6-ABF6-482D-BEA5-B4E607DDB4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xmlns="" id="{DCA0B097-C21A-40B4-95E4-2FFA9697F82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xmlns="" id="{AB2AF0F5-7EAA-4BAB-8DE2-D84E124170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xmlns="" id="{AD294E7E-62D8-48F8-A01E-1A457B5CA0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FBCADCC9-9C0D-4CE3-8966-44472EFCF34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05FD221C-EDD3-49D9-90A7-260CECEE1C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xmlns="" id="{75133B85-E680-531F-1E53-6F4258721B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alphaModFix amt="70000"/>
          </a:blip>
          <a:srcRect l="2" t="8038" r="26" b="11371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50" name="Top Left">
            <a:extLst>
              <a:ext uri="{FF2B5EF4-FFF2-40B4-BE49-F238E27FC236}">
                <a16:creationId xmlns:a16="http://schemas.microsoft.com/office/drawing/2014/main" xmlns="" id="{B858DA4F-B13B-4D82-A95F-CBF114BDDD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76200" y="1"/>
            <a:ext cx="6711876" cy="4495800"/>
            <a:chOff x="-16788" y="0"/>
            <a:chExt cx="9475836" cy="6347177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xmlns="" id="{CA4C0D61-C854-46C1-85D7-10CCCB9522B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900" y="22951"/>
              <a:ext cx="9345148" cy="6324226"/>
            </a:xfrm>
            <a:custGeom>
              <a:avLst/>
              <a:gdLst>
                <a:gd name="connsiteX0" fmla="*/ 0 w 7097124"/>
                <a:gd name="connsiteY0" fmla="*/ 3198971 h 4802900"/>
                <a:gd name="connsiteX1" fmla="*/ 219837 w 7097124"/>
                <a:gd name="connsiteY1" fmla="*/ 3452527 h 4802900"/>
                <a:gd name="connsiteX2" fmla="*/ 399288 w 7097124"/>
                <a:gd name="connsiteY2" fmla="*/ 3536347 h 4802900"/>
                <a:gd name="connsiteX3" fmla="*/ 744188 w 7097124"/>
                <a:gd name="connsiteY3" fmla="*/ 3536347 h 4802900"/>
                <a:gd name="connsiteX4" fmla="*/ 981456 w 7097124"/>
                <a:gd name="connsiteY4" fmla="*/ 3536347 h 4802900"/>
                <a:gd name="connsiteX5" fmla="*/ 1116997 w 7097124"/>
                <a:gd name="connsiteY5" fmla="*/ 3620167 h 4802900"/>
                <a:gd name="connsiteX6" fmla="*/ 1236631 w 7097124"/>
                <a:gd name="connsiteY6" fmla="*/ 3765804 h 4802900"/>
                <a:gd name="connsiteX7" fmla="*/ 1378172 w 7097124"/>
                <a:gd name="connsiteY7" fmla="*/ 3987260 h 4802900"/>
                <a:gd name="connsiteX8" fmla="*/ 1545622 w 7097124"/>
                <a:gd name="connsiteY8" fmla="*/ 4340352 h 4802900"/>
                <a:gd name="connsiteX9" fmla="*/ 1697165 w 7097124"/>
                <a:gd name="connsiteY9" fmla="*/ 4615625 h 4802900"/>
                <a:gd name="connsiteX10" fmla="*/ 1800892 w 7097124"/>
                <a:gd name="connsiteY10" fmla="*/ 4719352 h 4802900"/>
                <a:gd name="connsiteX11" fmla="*/ 2205609 w 7097124"/>
                <a:gd name="connsiteY11" fmla="*/ 4765262 h 4802900"/>
                <a:gd name="connsiteX12" fmla="*/ 2658237 w 7097124"/>
                <a:gd name="connsiteY12" fmla="*/ 4721352 h 4802900"/>
                <a:gd name="connsiteX13" fmla="*/ 2825686 w 7097124"/>
                <a:gd name="connsiteY13" fmla="*/ 4701445 h 4802900"/>
                <a:gd name="connsiteX14" fmla="*/ 3124772 w 7097124"/>
                <a:gd name="connsiteY14" fmla="*/ 4759262 h 4802900"/>
                <a:gd name="connsiteX15" fmla="*/ 3435858 w 7097124"/>
                <a:gd name="connsiteY15" fmla="*/ 4801172 h 4802900"/>
                <a:gd name="connsiteX16" fmla="*/ 3718941 w 7097124"/>
                <a:gd name="connsiteY16" fmla="*/ 4775264 h 4802900"/>
                <a:gd name="connsiteX17" fmla="*/ 3992118 w 7097124"/>
                <a:gd name="connsiteY17" fmla="*/ 4619625 h 4802900"/>
                <a:gd name="connsiteX18" fmla="*/ 4219385 w 7097124"/>
                <a:gd name="connsiteY18" fmla="*/ 4408170 h 4802900"/>
                <a:gd name="connsiteX19" fmla="*/ 4564285 w 7097124"/>
                <a:gd name="connsiteY19" fmla="*/ 4031171 h 4802900"/>
                <a:gd name="connsiteX20" fmla="*/ 4871371 w 7097124"/>
                <a:gd name="connsiteY20" fmla="*/ 3694081 h 4802900"/>
                <a:gd name="connsiteX21" fmla="*/ 5292090 w 7097124"/>
                <a:gd name="connsiteY21" fmla="*/ 3241262 h 4802900"/>
                <a:gd name="connsiteX22" fmla="*/ 5551265 w 7097124"/>
                <a:gd name="connsiteY22" fmla="*/ 2874169 h 4802900"/>
                <a:gd name="connsiteX23" fmla="*/ 5788533 w 7097124"/>
                <a:gd name="connsiteY23" fmla="*/ 2409349 h 4802900"/>
                <a:gd name="connsiteX24" fmla="*/ 5959983 w 7097124"/>
                <a:gd name="connsiteY24" fmla="*/ 2106168 h 4802900"/>
                <a:gd name="connsiteX25" fmla="*/ 6209252 w 7097124"/>
                <a:gd name="connsiteY25" fmla="*/ 1872806 h 4802900"/>
                <a:gd name="connsiteX26" fmla="*/ 6510338 w 7097124"/>
                <a:gd name="connsiteY26" fmla="*/ 1613440 h 4802900"/>
                <a:gd name="connsiteX27" fmla="*/ 6779514 w 7097124"/>
                <a:gd name="connsiteY27" fmla="*/ 1344168 h 4802900"/>
                <a:gd name="connsiteX28" fmla="*/ 6994874 w 7097124"/>
                <a:gd name="connsiteY28" fmla="*/ 987076 h 4802900"/>
                <a:gd name="connsiteX29" fmla="*/ 7094601 w 7097124"/>
                <a:gd name="connsiteY29" fmla="*/ 685895 h 4802900"/>
                <a:gd name="connsiteX30" fmla="*/ 6947059 w 7097124"/>
                <a:gd name="connsiteY30" fmla="*/ 227076 h 4802900"/>
                <a:gd name="connsiteX31" fmla="*/ 6739128 w 7097124"/>
                <a:gd name="connsiteY31" fmla="*/ 0 h 480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097124" h="4802900">
                  <a:moveTo>
                    <a:pt x="0" y="3198971"/>
                  </a:moveTo>
                  <a:cubicBezTo>
                    <a:pt x="32385" y="3249454"/>
                    <a:pt x="174403" y="3413570"/>
                    <a:pt x="219837" y="3452527"/>
                  </a:cubicBezTo>
                  <a:cubicBezTo>
                    <a:pt x="270701" y="3496151"/>
                    <a:pt x="333756" y="3521869"/>
                    <a:pt x="399288" y="3536347"/>
                  </a:cubicBezTo>
                  <a:cubicBezTo>
                    <a:pt x="512254" y="3561207"/>
                    <a:pt x="629222" y="3550634"/>
                    <a:pt x="744188" y="3536347"/>
                  </a:cubicBezTo>
                  <a:cubicBezTo>
                    <a:pt x="823817" y="3526441"/>
                    <a:pt x="905066" y="3513201"/>
                    <a:pt x="981456" y="3536347"/>
                  </a:cubicBezTo>
                  <a:cubicBezTo>
                    <a:pt x="1032986" y="3551968"/>
                    <a:pt x="1077944" y="3582924"/>
                    <a:pt x="1116997" y="3620167"/>
                  </a:cubicBezTo>
                  <a:cubicBezTo>
                    <a:pt x="1162526" y="3663601"/>
                    <a:pt x="1200245" y="3714369"/>
                    <a:pt x="1236631" y="3765804"/>
                  </a:cubicBezTo>
                  <a:cubicBezTo>
                    <a:pt x="1287304" y="3837337"/>
                    <a:pt x="1336167" y="3910298"/>
                    <a:pt x="1378172" y="3987260"/>
                  </a:cubicBezTo>
                  <a:cubicBezTo>
                    <a:pt x="1440656" y="4101560"/>
                    <a:pt x="1491425" y="4221766"/>
                    <a:pt x="1545622" y="4340352"/>
                  </a:cubicBezTo>
                  <a:cubicBezTo>
                    <a:pt x="1589342" y="4435888"/>
                    <a:pt x="1636014" y="4530376"/>
                    <a:pt x="1697165" y="4615625"/>
                  </a:cubicBezTo>
                  <a:cubicBezTo>
                    <a:pt x="1726025" y="4655820"/>
                    <a:pt x="1759553" y="4692396"/>
                    <a:pt x="1800892" y="4719352"/>
                  </a:cubicBezTo>
                  <a:cubicBezTo>
                    <a:pt x="1917097" y="4795076"/>
                    <a:pt x="2065592" y="4776121"/>
                    <a:pt x="2205609" y="4765262"/>
                  </a:cubicBezTo>
                  <a:cubicBezTo>
                    <a:pt x="2356866" y="4753452"/>
                    <a:pt x="2508599" y="4746117"/>
                    <a:pt x="2658237" y="4721352"/>
                  </a:cubicBezTo>
                  <a:cubicBezTo>
                    <a:pt x="2713863" y="4712208"/>
                    <a:pt x="2769394" y="4701445"/>
                    <a:pt x="2825686" y="4701445"/>
                  </a:cubicBezTo>
                  <a:cubicBezTo>
                    <a:pt x="2927509" y="4701254"/>
                    <a:pt x="3025331" y="4736116"/>
                    <a:pt x="3124772" y="4759262"/>
                  </a:cubicBezTo>
                  <a:cubicBezTo>
                    <a:pt x="3226880" y="4782979"/>
                    <a:pt x="3331083" y="4796219"/>
                    <a:pt x="3435858" y="4801172"/>
                  </a:cubicBezTo>
                  <a:cubicBezTo>
                    <a:pt x="3531394" y="4805648"/>
                    <a:pt x="3627692" y="4802886"/>
                    <a:pt x="3718941" y="4775264"/>
                  </a:cubicBezTo>
                  <a:cubicBezTo>
                    <a:pt x="3820001" y="4744593"/>
                    <a:pt x="3909441" y="4685824"/>
                    <a:pt x="3992118" y="4619625"/>
                  </a:cubicBezTo>
                  <a:cubicBezTo>
                    <a:pt x="4072985" y="4554951"/>
                    <a:pt x="4147376" y="4482656"/>
                    <a:pt x="4219385" y="4408170"/>
                  </a:cubicBezTo>
                  <a:cubicBezTo>
                    <a:pt x="4337780" y="4285679"/>
                    <a:pt x="4450937" y="4158234"/>
                    <a:pt x="4564285" y="4031171"/>
                  </a:cubicBezTo>
                  <a:cubicBezTo>
                    <a:pt x="4665536" y="3917728"/>
                    <a:pt x="4767072" y="3804666"/>
                    <a:pt x="4871371" y="3694081"/>
                  </a:cubicBezTo>
                  <a:cubicBezTo>
                    <a:pt x="5012722" y="3544062"/>
                    <a:pt x="5160455" y="3399854"/>
                    <a:pt x="5292090" y="3241262"/>
                  </a:cubicBezTo>
                  <a:cubicBezTo>
                    <a:pt x="5387912" y="3125819"/>
                    <a:pt x="5474970" y="3003328"/>
                    <a:pt x="5551265" y="2874169"/>
                  </a:cubicBezTo>
                  <a:cubicBezTo>
                    <a:pt x="5639848" y="2724341"/>
                    <a:pt x="5714524" y="2566987"/>
                    <a:pt x="5788533" y="2409349"/>
                  </a:cubicBezTo>
                  <a:cubicBezTo>
                    <a:pt x="5838064" y="2303812"/>
                    <a:pt x="5887593" y="2197322"/>
                    <a:pt x="5959983" y="2106168"/>
                  </a:cubicBezTo>
                  <a:cubicBezTo>
                    <a:pt x="6030945" y="2016824"/>
                    <a:pt x="6121051" y="1945481"/>
                    <a:pt x="6209252" y="1872806"/>
                  </a:cubicBezTo>
                  <a:cubicBezTo>
                    <a:pt x="6311456" y="1788509"/>
                    <a:pt x="6410897" y="1701070"/>
                    <a:pt x="6510338" y="1613440"/>
                  </a:cubicBezTo>
                  <a:cubicBezTo>
                    <a:pt x="6605874" y="1529334"/>
                    <a:pt x="6700076" y="1443419"/>
                    <a:pt x="6779514" y="1344168"/>
                  </a:cubicBezTo>
                  <a:cubicBezTo>
                    <a:pt x="6866573" y="1235393"/>
                    <a:pt x="6933248" y="1112139"/>
                    <a:pt x="6994874" y="987076"/>
                  </a:cubicBezTo>
                  <a:cubicBezTo>
                    <a:pt x="7042118" y="891159"/>
                    <a:pt x="7084219" y="792004"/>
                    <a:pt x="7094601" y="685895"/>
                  </a:cubicBezTo>
                  <a:cubicBezTo>
                    <a:pt x="7110699" y="520732"/>
                    <a:pt x="7048405" y="359093"/>
                    <a:pt x="6947059" y="227076"/>
                  </a:cubicBezTo>
                  <a:cubicBezTo>
                    <a:pt x="6861430" y="115538"/>
                    <a:pt x="6739128" y="0"/>
                    <a:pt x="6739128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xmlns="" id="{BC0CC377-89ED-4A85-84B3-011B44D54D2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540" y="12542"/>
              <a:ext cx="9121489" cy="6188666"/>
            </a:xfrm>
            <a:custGeom>
              <a:avLst/>
              <a:gdLst>
                <a:gd name="connsiteX0" fmla="*/ 0 w 6891548"/>
                <a:gd name="connsiteY0" fmla="*/ 2860739 h 4699949"/>
                <a:gd name="connsiteX1" fmla="*/ 175451 w 6891548"/>
                <a:gd name="connsiteY1" fmla="*/ 3155252 h 4699949"/>
                <a:gd name="connsiteX2" fmla="*/ 341567 w 6891548"/>
                <a:gd name="connsiteY2" fmla="*/ 3294888 h 4699949"/>
                <a:gd name="connsiteX3" fmla="*/ 557594 w 6891548"/>
                <a:gd name="connsiteY3" fmla="*/ 3336417 h 4699949"/>
                <a:gd name="connsiteX4" fmla="*/ 753618 w 6891548"/>
                <a:gd name="connsiteY4" fmla="*/ 3278220 h 4699949"/>
                <a:gd name="connsiteX5" fmla="*/ 858298 w 6891548"/>
                <a:gd name="connsiteY5" fmla="*/ 3151918 h 4699949"/>
                <a:gd name="connsiteX6" fmla="*/ 846677 w 6891548"/>
                <a:gd name="connsiteY6" fmla="*/ 2907506 h 4699949"/>
                <a:gd name="connsiteX7" fmla="*/ 808482 w 6891548"/>
                <a:gd name="connsiteY7" fmla="*/ 2648141 h 4699949"/>
                <a:gd name="connsiteX8" fmla="*/ 785241 w 6891548"/>
                <a:gd name="connsiteY8" fmla="*/ 2513457 h 4699949"/>
                <a:gd name="connsiteX9" fmla="*/ 785241 w 6891548"/>
                <a:gd name="connsiteY9" fmla="*/ 2408682 h 4699949"/>
                <a:gd name="connsiteX10" fmla="*/ 908209 w 6891548"/>
                <a:gd name="connsiteY10" fmla="*/ 2310575 h 4699949"/>
                <a:gd name="connsiteX11" fmla="*/ 1089279 w 6891548"/>
                <a:gd name="connsiteY11" fmla="*/ 2325529 h 4699949"/>
                <a:gd name="connsiteX12" fmla="*/ 1198912 w 6891548"/>
                <a:gd name="connsiteY12" fmla="*/ 2410301 h 4699949"/>
                <a:gd name="connsiteX13" fmla="*/ 1252061 w 6891548"/>
                <a:gd name="connsiteY13" fmla="*/ 2638044 h 4699949"/>
                <a:gd name="connsiteX14" fmla="*/ 1147382 w 6891548"/>
                <a:gd name="connsiteY14" fmla="*/ 2968847 h 4699949"/>
                <a:gd name="connsiteX15" fmla="*/ 1115854 w 6891548"/>
                <a:gd name="connsiteY15" fmla="*/ 3194971 h 4699949"/>
                <a:gd name="connsiteX16" fmla="*/ 1215580 w 6891548"/>
                <a:gd name="connsiteY16" fmla="*/ 3447669 h 4699949"/>
                <a:gd name="connsiteX17" fmla="*/ 1396651 w 6891548"/>
                <a:gd name="connsiteY17" fmla="*/ 3783425 h 4699949"/>
                <a:gd name="connsiteX18" fmla="*/ 1507998 w 6891548"/>
                <a:gd name="connsiteY18" fmla="*/ 4014502 h 4699949"/>
                <a:gd name="connsiteX19" fmla="*/ 1678400 w 6891548"/>
                <a:gd name="connsiteY19" fmla="*/ 4312634 h 4699949"/>
                <a:gd name="connsiteX20" fmla="*/ 1838706 w 6891548"/>
                <a:gd name="connsiteY20" fmla="*/ 4504182 h 4699949"/>
                <a:gd name="connsiteX21" fmla="*/ 1996630 w 6891548"/>
                <a:gd name="connsiteY21" fmla="*/ 4595146 h 4699949"/>
                <a:gd name="connsiteX22" fmla="*/ 2235899 w 6891548"/>
                <a:gd name="connsiteY22" fmla="*/ 4623912 h 4699949"/>
                <a:gd name="connsiteX23" fmla="*/ 2463165 w 6891548"/>
                <a:gd name="connsiteY23" fmla="*/ 4623912 h 4699949"/>
                <a:gd name="connsiteX24" fmla="*/ 2761583 w 6891548"/>
                <a:gd name="connsiteY24" fmla="*/ 4599528 h 4699949"/>
                <a:gd name="connsiteX25" fmla="*/ 2889504 w 6891548"/>
                <a:gd name="connsiteY25" fmla="*/ 4599528 h 4699949"/>
                <a:gd name="connsiteX26" fmla="*/ 3145250 w 6891548"/>
                <a:gd name="connsiteY26" fmla="*/ 4649534 h 4699949"/>
                <a:gd name="connsiteX27" fmla="*/ 3479197 w 6891548"/>
                <a:gd name="connsiteY27" fmla="*/ 4699826 h 4699949"/>
                <a:gd name="connsiteX28" fmla="*/ 3786283 w 6891548"/>
                <a:gd name="connsiteY28" fmla="*/ 4638008 h 4699949"/>
                <a:gd name="connsiteX29" fmla="*/ 3991642 w 6891548"/>
                <a:gd name="connsiteY29" fmla="*/ 4486371 h 4699949"/>
                <a:gd name="connsiteX30" fmla="*/ 4207002 w 6891548"/>
                <a:gd name="connsiteY30" fmla="*/ 4288917 h 4699949"/>
                <a:gd name="connsiteX31" fmla="*/ 4420362 w 6891548"/>
                <a:gd name="connsiteY31" fmla="*/ 4045553 h 4699949"/>
                <a:gd name="connsiteX32" fmla="*/ 4629722 w 6891548"/>
                <a:gd name="connsiteY32" fmla="*/ 3806190 h 4699949"/>
                <a:gd name="connsiteX33" fmla="*/ 4943761 w 6891548"/>
                <a:gd name="connsiteY33" fmla="*/ 3491960 h 4699949"/>
                <a:gd name="connsiteX34" fmla="*/ 5080349 w 6891548"/>
                <a:gd name="connsiteY34" fmla="*/ 3327368 h 4699949"/>
                <a:gd name="connsiteX35" fmla="*/ 5327618 w 6891548"/>
                <a:gd name="connsiteY35" fmla="*/ 3000185 h 4699949"/>
                <a:gd name="connsiteX36" fmla="*/ 5489163 w 6891548"/>
                <a:gd name="connsiteY36" fmla="*/ 2693003 h 4699949"/>
                <a:gd name="connsiteX37" fmla="*/ 5606796 w 6891548"/>
                <a:gd name="connsiteY37" fmla="*/ 2385822 h 4699949"/>
                <a:gd name="connsiteX38" fmla="*/ 5776246 w 6891548"/>
                <a:gd name="connsiteY38" fmla="*/ 2030730 h 4699949"/>
                <a:gd name="connsiteX39" fmla="*/ 5976652 w 6891548"/>
                <a:gd name="connsiteY39" fmla="*/ 1830229 h 4699949"/>
                <a:gd name="connsiteX40" fmla="*/ 6196965 w 6891548"/>
                <a:gd name="connsiteY40" fmla="*/ 1679639 h 4699949"/>
                <a:gd name="connsiteX41" fmla="*/ 6456140 w 6891548"/>
                <a:gd name="connsiteY41" fmla="*/ 1498092 h 4699949"/>
                <a:gd name="connsiteX42" fmla="*/ 6663500 w 6891548"/>
                <a:gd name="connsiteY42" fmla="*/ 1270635 h 4699949"/>
                <a:gd name="connsiteX43" fmla="*/ 6842951 w 6891548"/>
                <a:gd name="connsiteY43" fmla="*/ 947452 h 4699949"/>
                <a:gd name="connsiteX44" fmla="*/ 6890766 w 6891548"/>
                <a:gd name="connsiteY44" fmla="*/ 694087 h 4699949"/>
                <a:gd name="connsiteX45" fmla="*/ 6866858 w 6891548"/>
                <a:gd name="connsiteY45" fmla="*/ 492633 h 4699949"/>
                <a:gd name="connsiteX46" fmla="*/ 6675406 w 6891548"/>
                <a:gd name="connsiteY46" fmla="*/ 233267 h 4699949"/>
                <a:gd name="connsiteX47" fmla="*/ 6422613 w 6891548"/>
                <a:gd name="connsiteY47" fmla="*/ 0 h 469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891548" h="4699949">
                  <a:moveTo>
                    <a:pt x="0" y="2860739"/>
                  </a:moveTo>
                  <a:cubicBezTo>
                    <a:pt x="32861" y="2919603"/>
                    <a:pt x="133255" y="3102674"/>
                    <a:pt x="175451" y="3155252"/>
                  </a:cubicBezTo>
                  <a:cubicBezTo>
                    <a:pt x="221266" y="3212402"/>
                    <a:pt x="275939" y="3262598"/>
                    <a:pt x="341567" y="3294888"/>
                  </a:cubicBezTo>
                  <a:cubicBezTo>
                    <a:pt x="408432" y="3327845"/>
                    <a:pt x="483108" y="3340132"/>
                    <a:pt x="557594" y="3336417"/>
                  </a:cubicBezTo>
                  <a:cubicBezTo>
                    <a:pt x="626936" y="3332988"/>
                    <a:pt x="695420" y="3315653"/>
                    <a:pt x="753618" y="3278220"/>
                  </a:cubicBezTo>
                  <a:cubicBezTo>
                    <a:pt x="800957" y="3247739"/>
                    <a:pt x="839915" y="3204972"/>
                    <a:pt x="858298" y="3151918"/>
                  </a:cubicBezTo>
                  <a:cubicBezTo>
                    <a:pt x="885349" y="3073718"/>
                    <a:pt x="862203" y="2989803"/>
                    <a:pt x="846677" y="2907506"/>
                  </a:cubicBezTo>
                  <a:cubicBezTo>
                    <a:pt x="830485" y="2821591"/>
                    <a:pt x="822293" y="2734437"/>
                    <a:pt x="808482" y="2648141"/>
                  </a:cubicBezTo>
                  <a:cubicBezTo>
                    <a:pt x="801243" y="2603183"/>
                    <a:pt x="792671" y="2558415"/>
                    <a:pt x="785241" y="2513457"/>
                  </a:cubicBezTo>
                  <a:cubicBezTo>
                    <a:pt x="779431" y="2478405"/>
                    <a:pt x="774383" y="2442401"/>
                    <a:pt x="785241" y="2408682"/>
                  </a:cubicBezTo>
                  <a:cubicBezTo>
                    <a:pt x="802291" y="2355723"/>
                    <a:pt x="853631" y="2324576"/>
                    <a:pt x="908209" y="2310575"/>
                  </a:cubicBezTo>
                  <a:cubicBezTo>
                    <a:pt x="968502" y="2295144"/>
                    <a:pt x="1032129" y="2301050"/>
                    <a:pt x="1089279" y="2325529"/>
                  </a:cubicBezTo>
                  <a:cubicBezTo>
                    <a:pt x="1132523" y="2344007"/>
                    <a:pt x="1170718" y="2372678"/>
                    <a:pt x="1198912" y="2410301"/>
                  </a:cubicBezTo>
                  <a:cubicBezTo>
                    <a:pt x="1247299" y="2474690"/>
                    <a:pt x="1260443" y="2557558"/>
                    <a:pt x="1252061" y="2638044"/>
                  </a:cubicBezTo>
                  <a:cubicBezTo>
                    <a:pt x="1240060" y="2753487"/>
                    <a:pt x="1184148" y="2858357"/>
                    <a:pt x="1147382" y="2968847"/>
                  </a:cubicBezTo>
                  <a:cubicBezTo>
                    <a:pt x="1122998" y="3041999"/>
                    <a:pt x="1106900" y="3118485"/>
                    <a:pt x="1115854" y="3194971"/>
                  </a:cubicBezTo>
                  <a:cubicBezTo>
                    <a:pt x="1126426" y="3285649"/>
                    <a:pt x="1171099" y="3367469"/>
                    <a:pt x="1215580" y="3447669"/>
                  </a:cubicBezTo>
                  <a:cubicBezTo>
                    <a:pt x="1277207" y="3558921"/>
                    <a:pt x="1340072" y="3669602"/>
                    <a:pt x="1396651" y="3783425"/>
                  </a:cubicBezTo>
                  <a:cubicBezTo>
                    <a:pt x="1434751" y="3860006"/>
                    <a:pt x="1469993" y="3937921"/>
                    <a:pt x="1507998" y="4014502"/>
                  </a:cubicBezTo>
                  <a:cubicBezTo>
                    <a:pt x="1558957" y="4117086"/>
                    <a:pt x="1614964" y="4217194"/>
                    <a:pt x="1678400" y="4312634"/>
                  </a:cubicBezTo>
                  <a:cubicBezTo>
                    <a:pt x="1724692" y="4382357"/>
                    <a:pt x="1775079" y="4449890"/>
                    <a:pt x="1838706" y="4504182"/>
                  </a:cubicBezTo>
                  <a:cubicBezTo>
                    <a:pt x="1885379" y="4543997"/>
                    <a:pt x="1938338" y="4576001"/>
                    <a:pt x="1996630" y="4595146"/>
                  </a:cubicBezTo>
                  <a:cubicBezTo>
                    <a:pt x="2073307" y="4620387"/>
                    <a:pt x="2155031" y="4622006"/>
                    <a:pt x="2235899" y="4623912"/>
                  </a:cubicBezTo>
                  <a:cubicBezTo>
                    <a:pt x="2311718" y="4625626"/>
                    <a:pt x="2387536" y="4627531"/>
                    <a:pt x="2463165" y="4623912"/>
                  </a:cubicBezTo>
                  <a:cubicBezTo>
                    <a:pt x="2562892" y="4619149"/>
                    <a:pt x="2661857" y="4605147"/>
                    <a:pt x="2761583" y="4599528"/>
                  </a:cubicBezTo>
                  <a:cubicBezTo>
                    <a:pt x="2804160" y="4597146"/>
                    <a:pt x="2846927" y="4596289"/>
                    <a:pt x="2889504" y="4599528"/>
                  </a:cubicBezTo>
                  <a:cubicBezTo>
                    <a:pt x="2976277" y="4606100"/>
                    <a:pt x="3060573" y="4629246"/>
                    <a:pt x="3145250" y="4649534"/>
                  </a:cubicBezTo>
                  <a:cubicBezTo>
                    <a:pt x="3255074" y="4675918"/>
                    <a:pt x="3366326" y="4698016"/>
                    <a:pt x="3479197" y="4699826"/>
                  </a:cubicBezTo>
                  <a:cubicBezTo>
                    <a:pt x="3585210" y="4701540"/>
                    <a:pt x="3691700" y="4685633"/>
                    <a:pt x="3786283" y="4638008"/>
                  </a:cubicBezTo>
                  <a:cubicBezTo>
                    <a:pt x="3862578" y="4599623"/>
                    <a:pt x="3927253" y="4542758"/>
                    <a:pt x="3991642" y="4486371"/>
                  </a:cubicBezTo>
                  <a:cubicBezTo>
                    <a:pt x="4064984" y="4422172"/>
                    <a:pt x="4138708" y="4358355"/>
                    <a:pt x="4207002" y="4288917"/>
                  </a:cubicBezTo>
                  <a:cubicBezTo>
                    <a:pt x="4282631" y="4211955"/>
                    <a:pt x="4351401" y="4128611"/>
                    <a:pt x="4420362" y="4045553"/>
                  </a:cubicBezTo>
                  <a:cubicBezTo>
                    <a:pt x="4488085" y="3964020"/>
                    <a:pt x="4556379" y="3882676"/>
                    <a:pt x="4629722" y="3806190"/>
                  </a:cubicBezTo>
                  <a:cubicBezTo>
                    <a:pt x="4732211" y="3699224"/>
                    <a:pt x="4844796" y="3602260"/>
                    <a:pt x="4943761" y="3491960"/>
                  </a:cubicBezTo>
                  <a:cubicBezTo>
                    <a:pt x="4991386" y="3438906"/>
                    <a:pt x="5035677" y="3382995"/>
                    <a:pt x="5080349" y="3327368"/>
                  </a:cubicBezTo>
                  <a:cubicBezTo>
                    <a:pt x="5165980" y="3220688"/>
                    <a:pt x="5253419" y="3115151"/>
                    <a:pt x="5327618" y="3000185"/>
                  </a:cubicBezTo>
                  <a:cubicBezTo>
                    <a:pt x="5390483" y="2902839"/>
                    <a:pt x="5443442" y="2799493"/>
                    <a:pt x="5489163" y="2693003"/>
                  </a:cubicBezTo>
                  <a:cubicBezTo>
                    <a:pt x="5532406" y="2592229"/>
                    <a:pt x="5569077" y="2488787"/>
                    <a:pt x="5606796" y="2385822"/>
                  </a:cubicBezTo>
                  <a:cubicBezTo>
                    <a:pt x="5652135" y="2261902"/>
                    <a:pt x="5699093" y="2137410"/>
                    <a:pt x="5776246" y="2030730"/>
                  </a:cubicBezTo>
                  <a:cubicBezTo>
                    <a:pt x="5831872" y="1953768"/>
                    <a:pt x="5901500" y="1888427"/>
                    <a:pt x="5976652" y="1830229"/>
                  </a:cubicBezTo>
                  <a:cubicBezTo>
                    <a:pt x="6047042" y="1775746"/>
                    <a:pt x="6121813" y="1727359"/>
                    <a:pt x="6196965" y="1679639"/>
                  </a:cubicBezTo>
                  <a:cubicBezTo>
                    <a:pt x="6286119" y="1622965"/>
                    <a:pt x="6375940" y="1566767"/>
                    <a:pt x="6456140" y="1498092"/>
                  </a:cubicBezTo>
                  <a:cubicBezTo>
                    <a:pt x="6534341" y="1431227"/>
                    <a:pt x="6602063" y="1353217"/>
                    <a:pt x="6663500" y="1270635"/>
                  </a:cubicBezTo>
                  <a:cubicBezTo>
                    <a:pt x="6737509" y="1171194"/>
                    <a:pt x="6802374" y="1064514"/>
                    <a:pt x="6842951" y="947452"/>
                  </a:cubicBezTo>
                  <a:cubicBezTo>
                    <a:pt x="6871240" y="865823"/>
                    <a:pt x="6887051" y="780383"/>
                    <a:pt x="6890766" y="694087"/>
                  </a:cubicBezTo>
                  <a:cubicBezTo>
                    <a:pt x="6893719" y="625888"/>
                    <a:pt x="6888861" y="557117"/>
                    <a:pt x="6866858" y="492633"/>
                  </a:cubicBezTo>
                  <a:cubicBezTo>
                    <a:pt x="6831616" y="389573"/>
                    <a:pt x="6755511" y="307848"/>
                    <a:pt x="6675406" y="233267"/>
                  </a:cubicBezTo>
                  <a:cubicBezTo>
                    <a:pt x="6607588" y="170402"/>
                    <a:pt x="6496336" y="56007"/>
                    <a:pt x="642261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xmlns="" id="{9CC44302-CB8C-48E2-B1CD-BA4D30DA63F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xmlns="" id="{0EAC85F3-ABB7-4AE5-A19F-69B28F09AF3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8540" y="19439"/>
              <a:ext cx="8755533" cy="5998603"/>
            </a:xfrm>
            <a:custGeom>
              <a:avLst/>
              <a:gdLst>
                <a:gd name="connsiteX0" fmla="*/ 6072569 w 6649344"/>
                <a:gd name="connsiteY0" fmla="*/ 0 h 4555608"/>
                <a:gd name="connsiteX1" fmla="*/ 6201347 w 6649344"/>
                <a:gd name="connsiteY1" fmla="*/ 218218 h 4555608"/>
                <a:gd name="connsiteX2" fmla="*/ 6519101 w 6649344"/>
                <a:gd name="connsiteY2" fmla="*/ 492919 h 4555608"/>
                <a:gd name="connsiteX3" fmla="*/ 6648260 w 6649344"/>
                <a:gd name="connsiteY3" fmla="*/ 789718 h 4555608"/>
                <a:gd name="connsiteX4" fmla="*/ 6574060 w 6649344"/>
                <a:gd name="connsiteY4" fmla="*/ 1096137 h 4555608"/>
                <a:gd name="connsiteX5" fmla="*/ 6385084 w 6649344"/>
                <a:gd name="connsiteY5" fmla="*/ 1349883 h 4555608"/>
                <a:gd name="connsiteX6" fmla="*/ 6126671 w 6649344"/>
                <a:gd name="connsiteY6" fmla="*/ 1515047 h 4555608"/>
                <a:gd name="connsiteX7" fmla="*/ 5851493 w 6649344"/>
                <a:gd name="connsiteY7" fmla="*/ 1632299 h 4555608"/>
                <a:gd name="connsiteX8" fmla="*/ 5679187 w 6649344"/>
                <a:gd name="connsiteY8" fmla="*/ 1759172 h 4555608"/>
                <a:gd name="connsiteX9" fmla="*/ 5564314 w 6649344"/>
                <a:gd name="connsiteY9" fmla="*/ 1962626 h 4555608"/>
                <a:gd name="connsiteX10" fmla="*/ 5470970 w 6649344"/>
                <a:gd name="connsiteY10" fmla="*/ 2245138 h 4555608"/>
                <a:gd name="connsiteX11" fmla="*/ 5406390 w 6649344"/>
                <a:gd name="connsiteY11" fmla="*/ 2467737 h 4555608"/>
                <a:gd name="connsiteX12" fmla="*/ 5327428 w 6649344"/>
                <a:gd name="connsiteY12" fmla="*/ 2723864 h 4555608"/>
                <a:gd name="connsiteX13" fmla="*/ 5198269 w 6649344"/>
                <a:gd name="connsiteY13" fmla="*/ 2970467 h 4555608"/>
                <a:gd name="connsiteX14" fmla="*/ 5085779 w 6649344"/>
                <a:gd name="connsiteY14" fmla="*/ 3147632 h 4555608"/>
                <a:gd name="connsiteX15" fmla="*/ 4839367 w 6649344"/>
                <a:gd name="connsiteY15" fmla="*/ 3461195 h 4555608"/>
                <a:gd name="connsiteX16" fmla="*/ 4639628 w 6649344"/>
                <a:gd name="connsiteY16" fmla="*/ 3661125 h 4555608"/>
                <a:gd name="connsiteX17" fmla="*/ 4467320 w 6649344"/>
                <a:gd name="connsiteY17" fmla="*/ 3833432 h 4555608"/>
                <a:gd name="connsiteX18" fmla="*/ 4292632 w 6649344"/>
                <a:gd name="connsiteY18" fmla="*/ 4008215 h 4555608"/>
                <a:gd name="connsiteX19" fmla="*/ 3976783 w 6649344"/>
                <a:gd name="connsiteY19" fmla="*/ 4324160 h 4555608"/>
                <a:gd name="connsiteX20" fmla="*/ 3793712 w 6649344"/>
                <a:gd name="connsiteY20" fmla="*/ 4478560 h 4555608"/>
                <a:gd name="connsiteX21" fmla="*/ 3509010 w 6649344"/>
                <a:gd name="connsiteY21" fmla="*/ 4555141 h 4555608"/>
                <a:gd name="connsiteX22" fmla="*/ 2982659 w 6649344"/>
                <a:gd name="connsiteY22" fmla="*/ 4488085 h 4555608"/>
                <a:gd name="connsiteX23" fmla="*/ 2420398 w 6649344"/>
                <a:gd name="connsiteY23" fmla="*/ 4488085 h 4555608"/>
                <a:gd name="connsiteX24" fmla="*/ 2176939 w 6649344"/>
                <a:gd name="connsiteY24" fmla="*/ 4463034 h 4555608"/>
                <a:gd name="connsiteX25" fmla="*/ 1810607 w 6649344"/>
                <a:gd name="connsiteY25" fmla="*/ 4272629 h 4555608"/>
                <a:gd name="connsiteX26" fmla="*/ 1615345 w 6649344"/>
                <a:gd name="connsiteY26" fmla="*/ 3953733 h 4555608"/>
                <a:gd name="connsiteX27" fmla="*/ 1455801 w 6649344"/>
                <a:gd name="connsiteY27" fmla="*/ 3613309 h 4555608"/>
                <a:gd name="connsiteX28" fmla="*/ 1362742 w 6649344"/>
                <a:gd name="connsiteY28" fmla="*/ 3309080 h 4555608"/>
                <a:gd name="connsiteX29" fmla="*/ 1429226 w 6649344"/>
                <a:gd name="connsiteY29" fmla="*/ 2865215 h 4555608"/>
                <a:gd name="connsiteX30" fmla="*/ 1493996 w 6649344"/>
                <a:gd name="connsiteY30" fmla="*/ 2444591 h 4555608"/>
                <a:gd name="connsiteX31" fmla="*/ 1379315 w 6649344"/>
                <a:gd name="connsiteY31" fmla="*/ 2240090 h 4555608"/>
                <a:gd name="connsiteX32" fmla="*/ 1243108 w 6649344"/>
                <a:gd name="connsiteY32" fmla="*/ 2156936 h 4555608"/>
                <a:gd name="connsiteX33" fmla="*/ 929069 w 6649344"/>
                <a:gd name="connsiteY33" fmla="*/ 2075498 h 4555608"/>
                <a:gd name="connsiteX34" fmla="*/ 736282 w 6649344"/>
                <a:gd name="connsiteY34" fmla="*/ 2120360 h 4555608"/>
                <a:gd name="connsiteX35" fmla="*/ 443865 w 6649344"/>
                <a:gd name="connsiteY35" fmla="*/ 2266664 h 4555608"/>
                <a:gd name="connsiteX36" fmla="*/ 0 w 6649344"/>
                <a:gd name="connsiteY36" fmla="*/ 2592229 h 455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649344" h="4555608">
                  <a:moveTo>
                    <a:pt x="6072569" y="0"/>
                  </a:moveTo>
                  <a:cubicBezTo>
                    <a:pt x="6092857" y="34576"/>
                    <a:pt x="6094000" y="127349"/>
                    <a:pt x="6201347" y="218218"/>
                  </a:cubicBezTo>
                  <a:cubicBezTo>
                    <a:pt x="6308789" y="309086"/>
                    <a:pt x="6430518" y="383858"/>
                    <a:pt x="6519101" y="492919"/>
                  </a:cubicBezTo>
                  <a:cubicBezTo>
                    <a:pt x="6588919" y="578834"/>
                    <a:pt x="6640449" y="679704"/>
                    <a:pt x="6648260" y="789718"/>
                  </a:cubicBezTo>
                  <a:cubicBezTo>
                    <a:pt x="6655880" y="896303"/>
                    <a:pt x="6622542" y="1000411"/>
                    <a:pt x="6574060" y="1096137"/>
                  </a:cubicBezTo>
                  <a:cubicBezTo>
                    <a:pt x="6526054" y="1191101"/>
                    <a:pt x="6463570" y="1278160"/>
                    <a:pt x="6385084" y="1349883"/>
                  </a:cubicBezTo>
                  <a:cubicBezTo>
                    <a:pt x="6309170" y="1419225"/>
                    <a:pt x="6220397" y="1472660"/>
                    <a:pt x="6126671" y="1515047"/>
                  </a:cubicBezTo>
                  <a:cubicBezTo>
                    <a:pt x="6035707" y="1556194"/>
                    <a:pt x="5940362" y="1586960"/>
                    <a:pt x="5851493" y="1632299"/>
                  </a:cubicBezTo>
                  <a:cubicBezTo>
                    <a:pt x="5787390" y="1665065"/>
                    <a:pt x="5726906" y="1705356"/>
                    <a:pt x="5679187" y="1759172"/>
                  </a:cubicBezTo>
                  <a:cubicBezTo>
                    <a:pt x="5627180" y="1817846"/>
                    <a:pt x="5593176" y="1889569"/>
                    <a:pt x="5564314" y="1962626"/>
                  </a:cubicBezTo>
                  <a:cubicBezTo>
                    <a:pt x="5527834" y="2054923"/>
                    <a:pt x="5499354" y="2149983"/>
                    <a:pt x="5470970" y="2245138"/>
                  </a:cubicBezTo>
                  <a:cubicBezTo>
                    <a:pt x="5448872" y="2319147"/>
                    <a:pt x="5426869" y="2393252"/>
                    <a:pt x="5406390" y="2467737"/>
                  </a:cubicBezTo>
                  <a:cubicBezTo>
                    <a:pt x="5382673" y="2553938"/>
                    <a:pt x="5360765" y="2640902"/>
                    <a:pt x="5327428" y="2723864"/>
                  </a:cubicBezTo>
                  <a:cubicBezTo>
                    <a:pt x="5292757" y="2810066"/>
                    <a:pt x="5246275" y="2890838"/>
                    <a:pt x="5198269" y="2970467"/>
                  </a:cubicBezTo>
                  <a:cubicBezTo>
                    <a:pt x="5162074" y="3030379"/>
                    <a:pt x="5124927" y="3089625"/>
                    <a:pt x="5085779" y="3147632"/>
                  </a:cubicBezTo>
                  <a:cubicBezTo>
                    <a:pt x="5011293" y="3258026"/>
                    <a:pt x="4929854" y="3363659"/>
                    <a:pt x="4839367" y="3461195"/>
                  </a:cubicBezTo>
                  <a:cubicBezTo>
                    <a:pt x="4775264" y="3530251"/>
                    <a:pt x="4706779" y="3595021"/>
                    <a:pt x="4639628" y="3661125"/>
                  </a:cubicBezTo>
                  <a:cubicBezTo>
                    <a:pt x="4581620" y="3717989"/>
                    <a:pt x="4524661" y="3775901"/>
                    <a:pt x="4467320" y="3833432"/>
                  </a:cubicBezTo>
                  <a:cubicBezTo>
                    <a:pt x="4409218" y="3891820"/>
                    <a:pt x="4350925" y="3949922"/>
                    <a:pt x="4292632" y="4008215"/>
                  </a:cubicBezTo>
                  <a:cubicBezTo>
                    <a:pt x="4187285" y="4113467"/>
                    <a:pt x="4082129" y="4218909"/>
                    <a:pt x="3976783" y="4324160"/>
                  </a:cubicBezTo>
                  <a:cubicBezTo>
                    <a:pt x="3920014" y="4380929"/>
                    <a:pt x="3862673" y="4437793"/>
                    <a:pt x="3793712" y="4478560"/>
                  </a:cubicBezTo>
                  <a:cubicBezTo>
                    <a:pt x="3707797" y="4529328"/>
                    <a:pt x="3608832" y="4551712"/>
                    <a:pt x="3509010" y="4555141"/>
                  </a:cubicBezTo>
                  <a:cubicBezTo>
                    <a:pt x="3331845" y="4561237"/>
                    <a:pt x="3159347" y="4506087"/>
                    <a:pt x="2982659" y="4488085"/>
                  </a:cubicBezTo>
                  <a:cubicBezTo>
                    <a:pt x="2796064" y="4469130"/>
                    <a:pt x="2608135" y="4491323"/>
                    <a:pt x="2420398" y="4488085"/>
                  </a:cubicBezTo>
                  <a:cubicBezTo>
                    <a:pt x="2338673" y="4486656"/>
                    <a:pt x="2256949" y="4480084"/>
                    <a:pt x="2176939" y="4463034"/>
                  </a:cubicBezTo>
                  <a:cubicBezTo>
                    <a:pt x="2039207" y="4433697"/>
                    <a:pt x="1908429" y="4373499"/>
                    <a:pt x="1810607" y="4272629"/>
                  </a:cubicBezTo>
                  <a:cubicBezTo>
                    <a:pt x="1723358" y="4182618"/>
                    <a:pt x="1669637" y="4067175"/>
                    <a:pt x="1615345" y="3953733"/>
                  </a:cubicBezTo>
                  <a:cubicBezTo>
                    <a:pt x="1561243" y="3840671"/>
                    <a:pt x="1505807" y="3728180"/>
                    <a:pt x="1455801" y="3613309"/>
                  </a:cubicBezTo>
                  <a:cubicBezTo>
                    <a:pt x="1413129" y="3515392"/>
                    <a:pt x="1374553" y="3414998"/>
                    <a:pt x="1362742" y="3309080"/>
                  </a:cubicBezTo>
                  <a:cubicBezTo>
                    <a:pt x="1346073" y="3158966"/>
                    <a:pt x="1384649" y="3010091"/>
                    <a:pt x="1429226" y="2865215"/>
                  </a:cubicBezTo>
                  <a:cubicBezTo>
                    <a:pt x="1471898" y="2726627"/>
                    <a:pt x="1522190" y="2585657"/>
                    <a:pt x="1493996" y="2444591"/>
                  </a:cubicBezTo>
                  <a:cubicBezTo>
                    <a:pt x="1478280" y="2365915"/>
                    <a:pt x="1439513" y="2293144"/>
                    <a:pt x="1379315" y="2240090"/>
                  </a:cubicBezTo>
                  <a:cubicBezTo>
                    <a:pt x="1339215" y="2204752"/>
                    <a:pt x="1291495" y="2179796"/>
                    <a:pt x="1243108" y="2156936"/>
                  </a:cubicBezTo>
                  <a:cubicBezTo>
                    <a:pt x="1143476" y="2110073"/>
                    <a:pt x="1038511" y="2069973"/>
                    <a:pt x="929069" y="2075498"/>
                  </a:cubicBezTo>
                  <a:cubicBezTo>
                    <a:pt x="862870" y="2078831"/>
                    <a:pt x="799052" y="2098643"/>
                    <a:pt x="736282" y="2120360"/>
                  </a:cubicBezTo>
                  <a:cubicBezTo>
                    <a:pt x="632365" y="2156365"/>
                    <a:pt x="492633" y="2168366"/>
                    <a:pt x="443865" y="2266664"/>
                  </a:cubicBezTo>
                  <a:cubicBezTo>
                    <a:pt x="229648" y="2699480"/>
                    <a:pt x="8858" y="2576036"/>
                    <a:pt x="0" y="2592229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xmlns="" id="{DD6442C7-EA96-48F7-8E52-15B32EDD6E9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8540" y="12542"/>
              <a:ext cx="8335554" cy="5823102"/>
            </a:xfrm>
            <a:custGeom>
              <a:avLst/>
              <a:gdLst>
                <a:gd name="connsiteX0" fmla="*/ 0 w 6330393"/>
                <a:gd name="connsiteY0" fmla="*/ 2249519 h 4422324"/>
                <a:gd name="connsiteX1" fmla="*/ 653129 w 6330393"/>
                <a:gd name="connsiteY1" fmla="*/ 1966532 h 4422324"/>
                <a:gd name="connsiteX2" fmla="*/ 972122 w 6330393"/>
                <a:gd name="connsiteY2" fmla="*/ 1926622 h 4422324"/>
                <a:gd name="connsiteX3" fmla="*/ 1340168 w 6330393"/>
                <a:gd name="connsiteY3" fmla="*/ 2041398 h 4422324"/>
                <a:gd name="connsiteX4" fmla="*/ 1572768 w 6330393"/>
                <a:gd name="connsiteY4" fmla="*/ 2147697 h 4422324"/>
                <a:gd name="connsiteX5" fmla="*/ 1747647 w 6330393"/>
                <a:gd name="connsiteY5" fmla="*/ 2370677 h 4422324"/>
                <a:gd name="connsiteX6" fmla="*/ 1718596 w 6330393"/>
                <a:gd name="connsiteY6" fmla="*/ 2632043 h 4422324"/>
                <a:gd name="connsiteX7" fmla="*/ 1575054 w 6330393"/>
                <a:gd name="connsiteY7" fmla="*/ 2947988 h 4422324"/>
                <a:gd name="connsiteX8" fmla="*/ 1543431 w 6330393"/>
                <a:gd name="connsiteY8" fmla="*/ 3462147 h 4422324"/>
                <a:gd name="connsiteX9" fmla="*/ 1666875 w 6330393"/>
                <a:gd name="connsiteY9" fmla="*/ 3792474 h 4422324"/>
                <a:gd name="connsiteX10" fmla="*/ 1801844 w 6330393"/>
                <a:gd name="connsiteY10" fmla="*/ 4048125 h 4422324"/>
                <a:gd name="connsiteX11" fmla="*/ 2011490 w 6330393"/>
                <a:gd name="connsiteY11" fmla="*/ 4257866 h 4422324"/>
                <a:gd name="connsiteX12" fmla="*/ 2383727 w 6330393"/>
                <a:gd name="connsiteY12" fmla="*/ 4353687 h 4422324"/>
                <a:gd name="connsiteX13" fmla="*/ 2745105 w 6330393"/>
                <a:gd name="connsiteY13" fmla="*/ 4353687 h 4422324"/>
                <a:gd name="connsiteX14" fmla="*/ 3001232 w 6330393"/>
                <a:gd name="connsiteY14" fmla="*/ 4368927 h 4422324"/>
                <a:gd name="connsiteX15" fmla="*/ 3316891 w 6330393"/>
                <a:gd name="connsiteY15" fmla="*/ 4402170 h 4422324"/>
                <a:gd name="connsiteX16" fmla="*/ 3578543 w 6330393"/>
                <a:gd name="connsiteY16" fmla="*/ 4413218 h 4422324"/>
                <a:gd name="connsiteX17" fmla="*/ 3746087 w 6330393"/>
                <a:gd name="connsiteY17" fmla="*/ 4330065 h 4422324"/>
                <a:gd name="connsiteX18" fmla="*/ 3986689 w 6330393"/>
                <a:gd name="connsiteY18" fmla="*/ 4147280 h 4422324"/>
                <a:gd name="connsiteX19" fmla="*/ 4469987 w 6330393"/>
                <a:gd name="connsiteY19" fmla="*/ 3682841 h 4422324"/>
                <a:gd name="connsiteX20" fmla="*/ 4742784 w 6330393"/>
                <a:gd name="connsiteY20" fmla="*/ 3409950 h 4422324"/>
                <a:gd name="connsiteX21" fmla="*/ 5029867 w 6330393"/>
                <a:gd name="connsiteY21" fmla="*/ 3058097 h 4422324"/>
                <a:gd name="connsiteX22" fmla="*/ 5211699 w 6330393"/>
                <a:gd name="connsiteY22" fmla="*/ 2675096 h 4422324"/>
                <a:gd name="connsiteX23" fmla="*/ 5326571 w 6330393"/>
                <a:gd name="connsiteY23" fmla="*/ 2136458 h 4422324"/>
                <a:gd name="connsiteX24" fmla="*/ 5407914 w 6330393"/>
                <a:gd name="connsiteY24" fmla="*/ 1772603 h 4422324"/>
                <a:gd name="connsiteX25" fmla="*/ 5517928 w 6330393"/>
                <a:gd name="connsiteY25" fmla="*/ 1456658 h 4422324"/>
                <a:gd name="connsiteX26" fmla="*/ 5649563 w 6330393"/>
                <a:gd name="connsiteY26" fmla="*/ 1325023 h 4422324"/>
                <a:gd name="connsiteX27" fmla="*/ 5963031 w 6330393"/>
                <a:gd name="connsiteY27" fmla="*/ 1289114 h 4422324"/>
                <a:gd name="connsiteX28" fmla="*/ 6185535 w 6330393"/>
                <a:gd name="connsiteY28" fmla="*/ 1217295 h 4422324"/>
                <a:gd name="connsiteX29" fmla="*/ 6326696 w 6330393"/>
                <a:gd name="connsiteY29" fmla="*/ 992315 h 4422324"/>
                <a:gd name="connsiteX30" fmla="*/ 6305169 w 6330393"/>
                <a:gd name="connsiteY30" fmla="*/ 824770 h 4422324"/>
                <a:gd name="connsiteX31" fmla="*/ 6156865 w 6330393"/>
                <a:gd name="connsiteY31" fmla="*/ 654844 h 4422324"/>
                <a:gd name="connsiteX32" fmla="*/ 5908072 w 6330393"/>
                <a:gd name="connsiteY32" fmla="*/ 506444 h 4422324"/>
                <a:gd name="connsiteX33" fmla="*/ 5606605 w 6330393"/>
                <a:gd name="connsiteY33" fmla="*/ 353282 h 4422324"/>
                <a:gd name="connsiteX34" fmla="*/ 5506117 w 6330393"/>
                <a:gd name="connsiteY34" fmla="*/ 164211 h 4422324"/>
                <a:gd name="connsiteX35" fmla="*/ 5598890 w 6330393"/>
                <a:gd name="connsiteY35" fmla="*/ 0 h 4422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330393" h="4422324">
                  <a:moveTo>
                    <a:pt x="0" y="2249519"/>
                  </a:moveTo>
                  <a:cubicBezTo>
                    <a:pt x="166592" y="2158746"/>
                    <a:pt x="472059" y="2022443"/>
                    <a:pt x="653129" y="1966532"/>
                  </a:cubicBezTo>
                  <a:cubicBezTo>
                    <a:pt x="756761" y="1934528"/>
                    <a:pt x="864489" y="1915573"/>
                    <a:pt x="972122" y="1926622"/>
                  </a:cubicBezTo>
                  <a:cubicBezTo>
                    <a:pt x="1100423" y="1939766"/>
                    <a:pt x="1219581" y="1994630"/>
                    <a:pt x="1340168" y="2041398"/>
                  </a:cubicBezTo>
                  <a:cubicBezTo>
                    <a:pt x="1419987" y="2072354"/>
                    <a:pt x="1501140" y="2101025"/>
                    <a:pt x="1572768" y="2147697"/>
                  </a:cubicBezTo>
                  <a:cubicBezTo>
                    <a:pt x="1654874" y="2201132"/>
                    <a:pt x="1723454" y="2276285"/>
                    <a:pt x="1747647" y="2370677"/>
                  </a:cubicBezTo>
                  <a:cubicBezTo>
                    <a:pt x="1769840" y="2457545"/>
                    <a:pt x="1750981" y="2547842"/>
                    <a:pt x="1718596" y="2632043"/>
                  </a:cubicBezTo>
                  <a:cubicBezTo>
                    <a:pt x="1676876" y="2740152"/>
                    <a:pt x="1615345" y="2839403"/>
                    <a:pt x="1575054" y="2947988"/>
                  </a:cubicBezTo>
                  <a:cubicBezTo>
                    <a:pt x="1514094" y="3112199"/>
                    <a:pt x="1505141" y="3291269"/>
                    <a:pt x="1543431" y="3462147"/>
                  </a:cubicBezTo>
                  <a:cubicBezTo>
                    <a:pt x="1569244" y="3577114"/>
                    <a:pt x="1617536" y="3685318"/>
                    <a:pt x="1666875" y="3792474"/>
                  </a:cubicBezTo>
                  <a:cubicBezTo>
                    <a:pt x="1707261" y="3880199"/>
                    <a:pt x="1748600" y="3967734"/>
                    <a:pt x="1801844" y="4048125"/>
                  </a:cubicBezTo>
                  <a:cubicBezTo>
                    <a:pt x="1857185" y="4131659"/>
                    <a:pt x="1925669" y="4206431"/>
                    <a:pt x="2011490" y="4257866"/>
                  </a:cubicBezTo>
                  <a:cubicBezTo>
                    <a:pt x="2122837" y="4324636"/>
                    <a:pt x="2253615" y="4347020"/>
                    <a:pt x="2383727" y="4353687"/>
                  </a:cubicBezTo>
                  <a:cubicBezTo>
                    <a:pt x="2504027" y="4359879"/>
                    <a:pt x="2624614" y="4351973"/>
                    <a:pt x="2745105" y="4353687"/>
                  </a:cubicBezTo>
                  <a:cubicBezTo>
                    <a:pt x="2830640" y="4354925"/>
                    <a:pt x="2915984" y="4361688"/>
                    <a:pt x="3001232" y="4368927"/>
                  </a:cubicBezTo>
                  <a:cubicBezTo>
                    <a:pt x="3106674" y="4377881"/>
                    <a:pt x="3212211" y="4386739"/>
                    <a:pt x="3316891" y="4402170"/>
                  </a:cubicBezTo>
                  <a:cubicBezTo>
                    <a:pt x="3404426" y="4415028"/>
                    <a:pt x="3493008" y="4433697"/>
                    <a:pt x="3578543" y="4413218"/>
                  </a:cubicBezTo>
                  <a:cubicBezTo>
                    <a:pt x="3639598" y="4398645"/>
                    <a:pt x="3693890" y="4365403"/>
                    <a:pt x="3746087" y="4330065"/>
                  </a:cubicBezTo>
                  <a:cubicBezTo>
                    <a:pt x="3829622" y="4273677"/>
                    <a:pt x="3909727" y="4212431"/>
                    <a:pt x="3986689" y="4147280"/>
                  </a:cubicBezTo>
                  <a:cubicBezTo>
                    <a:pt x="4157282" y="4002881"/>
                    <a:pt x="4311206" y="3840290"/>
                    <a:pt x="4469987" y="3682841"/>
                  </a:cubicBezTo>
                  <a:cubicBezTo>
                    <a:pt x="4561332" y="3592259"/>
                    <a:pt x="4653915" y="3503009"/>
                    <a:pt x="4742784" y="3409950"/>
                  </a:cubicBezTo>
                  <a:cubicBezTo>
                    <a:pt x="4847558" y="3300222"/>
                    <a:pt x="4947190" y="3185255"/>
                    <a:pt x="5029867" y="3058097"/>
                  </a:cubicBezTo>
                  <a:cubicBezTo>
                    <a:pt x="5107305" y="2939129"/>
                    <a:pt x="5168646" y="2810351"/>
                    <a:pt x="5211699" y="2675096"/>
                  </a:cubicBezTo>
                  <a:cubicBezTo>
                    <a:pt x="5267516" y="2500027"/>
                    <a:pt x="5292186" y="2317147"/>
                    <a:pt x="5326571" y="2136458"/>
                  </a:cubicBezTo>
                  <a:cubicBezTo>
                    <a:pt x="5349812" y="2014347"/>
                    <a:pt x="5378672" y="1893380"/>
                    <a:pt x="5407914" y="1772603"/>
                  </a:cubicBezTo>
                  <a:cubicBezTo>
                    <a:pt x="5434299" y="1663446"/>
                    <a:pt x="5460683" y="1552861"/>
                    <a:pt x="5517928" y="1456658"/>
                  </a:cubicBezTo>
                  <a:cubicBezTo>
                    <a:pt x="5550408" y="1402080"/>
                    <a:pt x="5592889" y="1353312"/>
                    <a:pt x="5649563" y="1325023"/>
                  </a:cubicBezTo>
                  <a:cubicBezTo>
                    <a:pt x="5744528" y="1277493"/>
                    <a:pt x="5856065" y="1296924"/>
                    <a:pt x="5963031" y="1289114"/>
                  </a:cubicBezTo>
                  <a:cubicBezTo>
                    <a:pt x="6042279" y="1283303"/>
                    <a:pt x="6120479" y="1262539"/>
                    <a:pt x="6185535" y="1217295"/>
                  </a:cubicBezTo>
                  <a:cubicBezTo>
                    <a:pt x="6261164" y="1164717"/>
                    <a:pt x="6312694" y="1083374"/>
                    <a:pt x="6326696" y="992315"/>
                  </a:cubicBezTo>
                  <a:cubicBezTo>
                    <a:pt x="6335459" y="935450"/>
                    <a:pt x="6328791" y="877253"/>
                    <a:pt x="6305169" y="824770"/>
                  </a:cubicBezTo>
                  <a:cubicBezTo>
                    <a:pt x="6273927" y="755333"/>
                    <a:pt x="6217158" y="701897"/>
                    <a:pt x="6156865" y="654844"/>
                  </a:cubicBezTo>
                  <a:cubicBezTo>
                    <a:pt x="6080379" y="595217"/>
                    <a:pt x="5996750" y="545687"/>
                    <a:pt x="5908072" y="506444"/>
                  </a:cubicBezTo>
                  <a:cubicBezTo>
                    <a:pt x="5803964" y="460343"/>
                    <a:pt x="5692807" y="426815"/>
                    <a:pt x="5606605" y="353282"/>
                  </a:cubicBezTo>
                  <a:cubicBezTo>
                    <a:pt x="5549170" y="304229"/>
                    <a:pt x="5503259" y="238887"/>
                    <a:pt x="5506117" y="164211"/>
                  </a:cubicBezTo>
                  <a:cubicBezTo>
                    <a:pt x="5508213" y="106109"/>
                    <a:pt x="5598890" y="0"/>
                    <a:pt x="55988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xmlns="" id="{1ECB895E-B92E-4686-8B6F-BA0F9041C1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900" y="12542"/>
              <a:ext cx="3256801" cy="2769035"/>
            </a:xfrm>
            <a:custGeom>
              <a:avLst/>
              <a:gdLst>
                <a:gd name="connsiteX0" fmla="*/ 0 w 2563086"/>
                <a:gd name="connsiteY0" fmla="*/ 2102930 h 2102929"/>
                <a:gd name="connsiteX1" fmla="*/ 625888 w 2563086"/>
                <a:gd name="connsiteY1" fmla="*/ 1834229 h 2102929"/>
                <a:gd name="connsiteX2" fmla="*/ 954024 w 2563086"/>
                <a:gd name="connsiteY2" fmla="*/ 1789938 h 2102929"/>
                <a:gd name="connsiteX3" fmla="*/ 1379125 w 2563086"/>
                <a:gd name="connsiteY3" fmla="*/ 1870329 h 2102929"/>
                <a:gd name="connsiteX4" fmla="*/ 1819466 w 2563086"/>
                <a:gd name="connsiteY4" fmla="*/ 2021300 h 2102929"/>
                <a:gd name="connsiteX5" fmla="*/ 2221040 w 2563086"/>
                <a:gd name="connsiteY5" fmla="*/ 2010251 h 2102929"/>
                <a:gd name="connsiteX6" fmla="*/ 2507647 w 2563086"/>
                <a:gd name="connsiteY6" fmla="*/ 1867567 h 2102929"/>
                <a:gd name="connsiteX7" fmla="*/ 2560225 w 2563086"/>
                <a:gd name="connsiteY7" fmla="*/ 1652873 h 2102929"/>
                <a:gd name="connsiteX8" fmla="*/ 2328958 w 2563086"/>
                <a:gd name="connsiteY8" fmla="*/ 1295495 h 2102929"/>
                <a:gd name="connsiteX9" fmla="*/ 1676686 w 2563086"/>
                <a:gd name="connsiteY9" fmla="*/ 812292 h 2102929"/>
                <a:gd name="connsiteX10" fmla="*/ 1436942 w 2563086"/>
                <a:gd name="connsiteY10" fmla="*/ 669036 h 2102929"/>
                <a:gd name="connsiteX11" fmla="*/ 1157288 w 2563086"/>
                <a:gd name="connsiteY11" fmla="*/ 498634 h 2102929"/>
                <a:gd name="connsiteX12" fmla="*/ 928783 w 2563086"/>
                <a:gd name="connsiteY12" fmla="*/ 355949 h 2102929"/>
                <a:gd name="connsiteX13" fmla="*/ 649510 w 2563086"/>
                <a:gd name="connsiteY13" fmla="*/ 161639 h 2102929"/>
                <a:gd name="connsiteX14" fmla="*/ 373190 w 2563086"/>
                <a:gd name="connsiteY14" fmla="*/ 0 h 2102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3086" h="2102929">
                  <a:moveTo>
                    <a:pt x="0" y="2102930"/>
                  </a:moveTo>
                  <a:cubicBezTo>
                    <a:pt x="182499" y="1964341"/>
                    <a:pt x="402717" y="1887855"/>
                    <a:pt x="625888" y="1834229"/>
                  </a:cubicBezTo>
                  <a:cubicBezTo>
                    <a:pt x="733711" y="1808321"/>
                    <a:pt x="843248" y="1789557"/>
                    <a:pt x="954024" y="1789938"/>
                  </a:cubicBezTo>
                  <a:cubicBezTo>
                    <a:pt x="1098995" y="1790414"/>
                    <a:pt x="1241965" y="1822609"/>
                    <a:pt x="1379125" y="1870329"/>
                  </a:cubicBezTo>
                  <a:cubicBezTo>
                    <a:pt x="1526191" y="1921478"/>
                    <a:pt x="1666780" y="1992059"/>
                    <a:pt x="1819466" y="2021300"/>
                  </a:cubicBezTo>
                  <a:cubicBezTo>
                    <a:pt x="1952244" y="2046827"/>
                    <a:pt x="2088356" y="2037112"/>
                    <a:pt x="2221040" y="2010251"/>
                  </a:cubicBezTo>
                  <a:cubicBezTo>
                    <a:pt x="2329720" y="1988249"/>
                    <a:pt x="2440877" y="1954530"/>
                    <a:pt x="2507647" y="1867567"/>
                  </a:cubicBezTo>
                  <a:cubicBezTo>
                    <a:pt x="2554320" y="1806702"/>
                    <a:pt x="2570226" y="1729073"/>
                    <a:pt x="2560225" y="1652873"/>
                  </a:cubicBezTo>
                  <a:cubicBezTo>
                    <a:pt x="2541270" y="1508665"/>
                    <a:pt x="2436019" y="1396175"/>
                    <a:pt x="2328958" y="1295495"/>
                  </a:cubicBezTo>
                  <a:cubicBezTo>
                    <a:pt x="2131314" y="1109567"/>
                    <a:pt x="1908429" y="953643"/>
                    <a:pt x="1676686" y="812292"/>
                  </a:cubicBezTo>
                  <a:cubicBezTo>
                    <a:pt x="1597152" y="763810"/>
                    <a:pt x="1516856" y="716756"/>
                    <a:pt x="1436942" y="669036"/>
                  </a:cubicBezTo>
                  <a:cubicBezTo>
                    <a:pt x="1343216" y="613029"/>
                    <a:pt x="1250442" y="555498"/>
                    <a:pt x="1157288" y="498634"/>
                  </a:cubicBezTo>
                  <a:cubicBezTo>
                    <a:pt x="1080611" y="451866"/>
                    <a:pt x="1003745" y="405479"/>
                    <a:pt x="928783" y="355949"/>
                  </a:cubicBezTo>
                  <a:cubicBezTo>
                    <a:pt x="834200" y="293465"/>
                    <a:pt x="743140" y="225552"/>
                    <a:pt x="649510" y="161639"/>
                  </a:cubicBezTo>
                  <a:cubicBezTo>
                    <a:pt x="539496" y="86487"/>
                    <a:pt x="373190" y="0"/>
                    <a:pt x="37319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xmlns="" id="{357CEDFC-C202-445C-9D3B-467FB3DCE96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xmlns="" id="{E763FC30-4283-464C-932E-272A62FE5D4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16788" y="0"/>
              <a:ext cx="12542" cy="12542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xmlns="" id="{0DE2B79E-20B8-482A-9098-FCAEF6B21B0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8540" y="232906"/>
              <a:ext cx="1832649" cy="1702458"/>
            </a:xfrm>
            <a:custGeom>
              <a:avLst/>
              <a:gdLst>
                <a:gd name="connsiteX0" fmla="*/ 0 w 1391796"/>
                <a:gd name="connsiteY0" fmla="*/ 1292924 h 1292923"/>
                <a:gd name="connsiteX1" fmla="*/ 696563 w 1391796"/>
                <a:gd name="connsiteY1" fmla="*/ 1150906 h 1292923"/>
                <a:gd name="connsiteX2" fmla="*/ 993934 w 1391796"/>
                <a:gd name="connsiteY2" fmla="*/ 1192435 h 1292923"/>
                <a:gd name="connsiteX3" fmla="*/ 1155097 w 1391796"/>
                <a:gd name="connsiteY3" fmla="*/ 1192435 h 1292923"/>
                <a:gd name="connsiteX4" fmla="*/ 1324547 w 1391796"/>
                <a:gd name="connsiteY4" fmla="*/ 1184148 h 1292923"/>
                <a:gd name="connsiteX5" fmla="*/ 1381030 w 1391796"/>
                <a:gd name="connsiteY5" fmla="*/ 1149191 h 1292923"/>
                <a:gd name="connsiteX6" fmla="*/ 1357789 w 1391796"/>
                <a:gd name="connsiteY6" fmla="*/ 1027843 h 1292923"/>
                <a:gd name="connsiteX7" fmla="*/ 1136809 w 1391796"/>
                <a:gd name="connsiteY7" fmla="*/ 838295 h 1292923"/>
                <a:gd name="connsiteX8" fmla="*/ 804482 w 1391796"/>
                <a:gd name="connsiteY8" fmla="*/ 595598 h 1292923"/>
                <a:gd name="connsiteX9" fmla="*/ 530352 w 1391796"/>
                <a:gd name="connsiteY9" fmla="*/ 381191 h 1292923"/>
                <a:gd name="connsiteX10" fmla="*/ 0 w 1391796"/>
                <a:gd name="connsiteY10" fmla="*/ 0 h 129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91796" h="1292923">
                  <a:moveTo>
                    <a:pt x="0" y="1292924"/>
                  </a:moveTo>
                  <a:cubicBezTo>
                    <a:pt x="158877" y="1243108"/>
                    <a:pt x="531019" y="1138047"/>
                    <a:pt x="696563" y="1150906"/>
                  </a:cubicBezTo>
                  <a:cubicBezTo>
                    <a:pt x="796481" y="1158621"/>
                    <a:pt x="894017" y="1185863"/>
                    <a:pt x="993934" y="1192435"/>
                  </a:cubicBezTo>
                  <a:cubicBezTo>
                    <a:pt x="1047559" y="1195959"/>
                    <a:pt x="1101376" y="1192054"/>
                    <a:pt x="1155097" y="1192435"/>
                  </a:cubicBezTo>
                  <a:cubicBezTo>
                    <a:pt x="1212056" y="1192816"/>
                    <a:pt x="1269683" y="1198626"/>
                    <a:pt x="1324547" y="1184148"/>
                  </a:cubicBezTo>
                  <a:cubicBezTo>
                    <a:pt x="1346930" y="1178243"/>
                    <a:pt x="1368266" y="1168241"/>
                    <a:pt x="1381030" y="1149191"/>
                  </a:cubicBezTo>
                  <a:cubicBezTo>
                    <a:pt x="1405795" y="1112425"/>
                    <a:pt x="1383506" y="1065752"/>
                    <a:pt x="1357789" y="1027843"/>
                  </a:cubicBezTo>
                  <a:cubicBezTo>
                    <a:pt x="1302734" y="946880"/>
                    <a:pt x="1218152" y="893540"/>
                    <a:pt x="1136809" y="838295"/>
                  </a:cubicBezTo>
                  <a:cubicBezTo>
                    <a:pt x="1023271" y="761238"/>
                    <a:pt x="912971" y="679609"/>
                    <a:pt x="804482" y="595598"/>
                  </a:cubicBezTo>
                  <a:cubicBezTo>
                    <a:pt x="712756" y="524542"/>
                    <a:pt x="620459" y="454247"/>
                    <a:pt x="530352" y="381191"/>
                  </a:cubicBezTo>
                  <a:cubicBezTo>
                    <a:pt x="378809" y="258318"/>
                    <a:pt x="149733" y="125063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xmlns="" id="{27ECCA13-011E-4D0B-8827-B1DFEF0943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54787" y="27843"/>
              <a:ext cx="2207527" cy="1610525"/>
            </a:xfrm>
            <a:custGeom>
              <a:avLst/>
              <a:gdLst>
                <a:gd name="connsiteX0" fmla="*/ 1676495 w 1676495"/>
                <a:gd name="connsiteY0" fmla="*/ 1223105 h 1223105"/>
                <a:gd name="connsiteX1" fmla="*/ 1421702 w 1676495"/>
                <a:gd name="connsiteY1" fmla="*/ 1000792 h 1223105"/>
                <a:gd name="connsiteX2" fmla="*/ 1024604 w 1676495"/>
                <a:gd name="connsiteY2" fmla="*/ 744760 h 1223105"/>
                <a:gd name="connsiteX3" fmla="*/ 444722 w 1676495"/>
                <a:gd name="connsiteY3" fmla="*/ 345758 h 1223105"/>
                <a:gd name="connsiteX4" fmla="*/ 0 w 1676495"/>
                <a:gd name="connsiteY4" fmla="*/ 0 h 122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495" h="1223105">
                  <a:moveTo>
                    <a:pt x="1676495" y="1223105"/>
                  </a:moveTo>
                  <a:cubicBezTo>
                    <a:pt x="1603724" y="1136523"/>
                    <a:pt x="1514094" y="1066324"/>
                    <a:pt x="1421702" y="1000792"/>
                  </a:cubicBezTo>
                  <a:cubicBezTo>
                    <a:pt x="1293209" y="909733"/>
                    <a:pt x="1158526" y="827723"/>
                    <a:pt x="1024604" y="744760"/>
                  </a:cubicBezTo>
                  <a:cubicBezTo>
                    <a:pt x="824770" y="621030"/>
                    <a:pt x="623888" y="497777"/>
                    <a:pt x="444722" y="345758"/>
                  </a:cubicBezTo>
                  <a:cubicBezTo>
                    <a:pt x="330518" y="248888"/>
                    <a:pt x="135731" y="61817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xmlns="" id="{24CCC8FF-3393-4965-BD21-DCB37A2453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8540" y="1638243"/>
              <a:ext cx="2318558" cy="594242"/>
            </a:xfrm>
            <a:custGeom>
              <a:avLst/>
              <a:gdLst>
                <a:gd name="connsiteX0" fmla="*/ 0 w 1760817"/>
                <a:gd name="connsiteY0" fmla="*/ 451295 h 451294"/>
                <a:gd name="connsiteX1" fmla="*/ 335661 w 1760817"/>
                <a:gd name="connsiteY1" fmla="*/ 319373 h 451294"/>
                <a:gd name="connsiteX2" fmla="*/ 629984 w 1760817"/>
                <a:gd name="connsiteY2" fmla="*/ 264319 h 451294"/>
                <a:gd name="connsiteX3" fmla="*/ 878777 w 1760817"/>
                <a:gd name="connsiteY3" fmla="*/ 278702 h 451294"/>
                <a:gd name="connsiteX4" fmla="*/ 1024700 w 1760817"/>
                <a:gd name="connsiteY4" fmla="*/ 302609 h 451294"/>
                <a:gd name="connsiteX5" fmla="*/ 1316641 w 1760817"/>
                <a:gd name="connsiteY5" fmla="*/ 360045 h 451294"/>
                <a:gd name="connsiteX6" fmla="*/ 1527143 w 1760817"/>
                <a:gd name="connsiteY6" fmla="*/ 386334 h 451294"/>
                <a:gd name="connsiteX7" fmla="*/ 1704023 w 1760817"/>
                <a:gd name="connsiteY7" fmla="*/ 0 h 451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0817" h="451294">
                  <a:moveTo>
                    <a:pt x="0" y="451295"/>
                  </a:moveTo>
                  <a:cubicBezTo>
                    <a:pt x="77438" y="429292"/>
                    <a:pt x="257270" y="337852"/>
                    <a:pt x="335661" y="319373"/>
                  </a:cubicBezTo>
                  <a:cubicBezTo>
                    <a:pt x="433007" y="296418"/>
                    <a:pt x="530162" y="270510"/>
                    <a:pt x="629984" y="264319"/>
                  </a:cubicBezTo>
                  <a:cubicBezTo>
                    <a:pt x="713137" y="259080"/>
                    <a:pt x="796290" y="266891"/>
                    <a:pt x="878777" y="278702"/>
                  </a:cubicBezTo>
                  <a:cubicBezTo>
                    <a:pt x="927545" y="285655"/>
                    <a:pt x="976217" y="293751"/>
                    <a:pt x="1024700" y="302609"/>
                  </a:cubicBezTo>
                  <a:cubicBezTo>
                    <a:pt x="1122236" y="320516"/>
                    <a:pt x="1219581" y="339471"/>
                    <a:pt x="1316641" y="360045"/>
                  </a:cubicBezTo>
                  <a:cubicBezTo>
                    <a:pt x="1386269" y="374809"/>
                    <a:pt x="1456277" y="389763"/>
                    <a:pt x="1527143" y="386334"/>
                  </a:cubicBezTo>
                  <a:cubicBezTo>
                    <a:pt x="1592008" y="383191"/>
                    <a:pt x="1881569" y="391287"/>
                    <a:pt x="1704023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xmlns="" id="{A6D6870E-B40A-4E80-A706-BA8CB5E215B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86372" y="454013"/>
              <a:ext cx="256959" cy="983296"/>
            </a:xfrm>
            <a:custGeom>
              <a:avLst/>
              <a:gdLst>
                <a:gd name="connsiteX0" fmla="*/ 90011 w 267734"/>
                <a:gd name="connsiteY0" fmla="*/ 746760 h 746759"/>
                <a:gd name="connsiteX1" fmla="*/ 250603 w 267734"/>
                <a:gd name="connsiteY1" fmla="*/ 541782 h 746759"/>
                <a:gd name="connsiteX2" fmla="*/ 250603 w 267734"/>
                <a:gd name="connsiteY2" fmla="*/ 325660 h 746759"/>
                <a:gd name="connsiteX3" fmla="*/ 0 w 267734"/>
                <a:gd name="connsiteY3" fmla="*/ 0 h 74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734" h="746759">
                  <a:moveTo>
                    <a:pt x="90011" y="746760"/>
                  </a:moveTo>
                  <a:cubicBezTo>
                    <a:pt x="159353" y="691801"/>
                    <a:pt x="221456" y="624935"/>
                    <a:pt x="250603" y="541782"/>
                  </a:cubicBezTo>
                  <a:cubicBezTo>
                    <a:pt x="275082" y="471868"/>
                    <a:pt x="271748" y="396907"/>
                    <a:pt x="250603" y="325660"/>
                  </a:cubicBezTo>
                  <a:cubicBezTo>
                    <a:pt x="210598" y="190500"/>
                    <a:pt x="117634" y="77629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xmlns="" id="{81B66FCF-F34F-4C17-A29E-EE8E138129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43887" y="12542"/>
              <a:ext cx="6404043" cy="1673812"/>
            </a:xfrm>
            <a:custGeom>
              <a:avLst/>
              <a:gdLst>
                <a:gd name="connsiteX0" fmla="*/ 0 w 4863517"/>
                <a:gd name="connsiteY0" fmla="*/ 0 h 1271168"/>
                <a:gd name="connsiteX1" fmla="*/ 176879 w 4863517"/>
                <a:gd name="connsiteY1" fmla="*/ 115157 h 1271168"/>
                <a:gd name="connsiteX2" fmla="*/ 400812 w 4863517"/>
                <a:gd name="connsiteY2" fmla="*/ 277178 h 1271168"/>
                <a:gd name="connsiteX3" fmla="*/ 652367 w 4863517"/>
                <a:gd name="connsiteY3" fmla="*/ 421958 h 1271168"/>
                <a:gd name="connsiteX4" fmla="*/ 1110615 w 4863517"/>
                <a:gd name="connsiteY4" fmla="*/ 690848 h 1271168"/>
                <a:gd name="connsiteX5" fmla="*/ 1410843 w 4863517"/>
                <a:gd name="connsiteY5" fmla="*/ 830580 h 1271168"/>
                <a:gd name="connsiteX6" fmla="*/ 1585341 w 4863517"/>
                <a:gd name="connsiteY6" fmla="*/ 917067 h 1271168"/>
                <a:gd name="connsiteX7" fmla="*/ 1896046 w 4863517"/>
                <a:gd name="connsiteY7" fmla="*/ 1114901 h 1271168"/>
                <a:gd name="connsiteX8" fmla="*/ 2042255 w 4863517"/>
                <a:gd name="connsiteY8" fmla="*/ 1204627 h 1271168"/>
                <a:gd name="connsiteX9" fmla="*/ 2276570 w 4863517"/>
                <a:gd name="connsiteY9" fmla="*/ 1271111 h 1271168"/>
                <a:gd name="connsiteX10" fmla="*/ 2568988 w 4863517"/>
                <a:gd name="connsiteY10" fmla="*/ 1128141 h 1271168"/>
                <a:gd name="connsiteX11" fmla="*/ 2726817 w 4863517"/>
                <a:gd name="connsiteY11" fmla="*/ 882110 h 1271168"/>
                <a:gd name="connsiteX12" fmla="*/ 2861881 w 4863517"/>
                <a:gd name="connsiteY12" fmla="*/ 574929 h 1271168"/>
                <a:gd name="connsiteX13" fmla="*/ 2990660 w 4863517"/>
                <a:gd name="connsiteY13" fmla="*/ 411480 h 1271168"/>
                <a:gd name="connsiteX14" fmla="*/ 3259264 w 4863517"/>
                <a:gd name="connsiteY14" fmla="*/ 292322 h 1271168"/>
                <a:gd name="connsiteX15" fmla="*/ 3482150 w 4863517"/>
                <a:gd name="connsiteY15" fmla="*/ 325565 h 1271168"/>
                <a:gd name="connsiteX16" fmla="*/ 3824192 w 4863517"/>
                <a:gd name="connsiteY16" fmla="*/ 383762 h 1271168"/>
                <a:gd name="connsiteX17" fmla="*/ 4206145 w 4863517"/>
                <a:gd name="connsiteY17" fmla="*/ 420434 h 1271168"/>
                <a:gd name="connsiteX18" fmla="*/ 4505230 w 4863517"/>
                <a:gd name="connsiteY18" fmla="*/ 420434 h 1271168"/>
                <a:gd name="connsiteX19" fmla="*/ 4820127 w 4863517"/>
                <a:gd name="connsiteY19" fmla="*/ 349091 h 1271168"/>
                <a:gd name="connsiteX20" fmla="*/ 4863370 w 4863517"/>
                <a:gd name="connsiteY20" fmla="*/ 242316 h 1271168"/>
                <a:gd name="connsiteX21" fmla="*/ 4760691 w 4863517"/>
                <a:gd name="connsiteY21" fmla="*/ 0 h 127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863517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6" y="509492"/>
                    <a:pt x="953167" y="609695"/>
                    <a:pt x="1110615" y="690848"/>
                  </a:cubicBezTo>
                  <a:cubicBezTo>
                    <a:pt x="1208723" y="741426"/>
                    <a:pt x="1310450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6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1" y="574929"/>
                  </a:cubicBezTo>
                  <a:cubicBezTo>
                    <a:pt x="2896076" y="513969"/>
                    <a:pt x="2938558" y="457962"/>
                    <a:pt x="2990660" y="411480"/>
                  </a:cubicBezTo>
                  <a:cubicBezTo>
                    <a:pt x="3065812" y="344329"/>
                    <a:pt x="3158966" y="297466"/>
                    <a:pt x="3259264" y="292322"/>
                  </a:cubicBezTo>
                  <a:cubicBezTo>
                    <a:pt x="3334607" y="288417"/>
                    <a:pt x="3408426" y="308324"/>
                    <a:pt x="3482150" y="325565"/>
                  </a:cubicBezTo>
                  <a:cubicBezTo>
                    <a:pt x="3594830" y="351854"/>
                    <a:pt x="3709416" y="368618"/>
                    <a:pt x="3824192" y="383762"/>
                  </a:cubicBezTo>
                  <a:cubicBezTo>
                    <a:pt x="3951065" y="400431"/>
                    <a:pt x="4078319" y="415290"/>
                    <a:pt x="4206145" y="420434"/>
                  </a:cubicBezTo>
                  <a:cubicBezTo>
                    <a:pt x="4305777" y="424434"/>
                    <a:pt x="4405503" y="419957"/>
                    <a:pt x="4505230" y="420434"/>
                  </a:cubicBezTo>
                  <a:cubicBezTo>
                    <a:pt x="4619435" y="421005"/>
                    <a:pt x="4745641" y="432149"/>
                    <a:pt x="4820127" y="349091"/>
                  </a:cubicBezTo>
                  <a:cubicBezTo>
                    <a:pt x="4846701" y="319469"/>
                    <a:pt x="4861655" y="282131"/>
                    <a:pt x="4863370" y="242316"/>
                  </a:cubicBezTo>
                  <a:cubicBezTo>
                    <a:pt x="4868037" y="134493"/>
                    <a:pt x="4760691" y="0"/>
                    <a:pt x="476069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xmlns="" id="{FD861033-CAAF-46D9-B275-DCF52F2CB6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20816" y="12291"/>
              <a:ext cx="5654210" cy="1210473"/>
            </a:xfrm>
            <a:custGeom>
              <a:avLst/>
              <a:gdLst>
                <a:gd name="connsiteX0" fmla="*/ 0 w 4294060"/>
                <a:gd name="connsiteY0" fmla="*/ 190 h 919287"/>
                <a:gd name="connsiteX1" fmla="*/ 417862 w 4294060"/>
                <a:gd name="connsiteY1" fmla="*/ 274606 h 919287"/>
                <a:gd name="connsiteX2" fmla="*/ 980218 w 4294060"/>
                <a:gd name="connsiteY2" fmla="*/ 608171 h 919287"/>
                <a:gd name="connsiteX3" fmla="*/ 1473137 w 4294060"/>
                <a:gd name="connsiteY3" fmla="*/ 792480 h 919287"/>
                <a:gd name="connsiteX4" fmla="*/ 1827276 w 4294060"/>
                <a:gd name="connsiteY4" fmla="*/ 914591 h 919287"/>
                <a:gd name="connsiteX5" fmla="*/ 2119217 w 4294060"/>
                <a:gd name="connsiteY5" fmla="*/ 847535 h 919287"/>
                <a:gd name="connsiteX6" fmla="*/ 2269998 w 4294060"/>
                <a:gd name="connsiteY6" fmla="*/ 610553 h 919287"/>
                <a:gd name="connsiteX7" fmla="*/ 2413540 w 4294060"/>
                <a:gd name="connsiteY7" fmla="*/ 361569 h 919287"/>
                <a:gd name="connsiteX8" fmla="*/ 2683859 w 4294060"/>
                <a:gd name="connsiteY8" fmla="*/ 67151 h 919287"/>
                <a:gd name="connsiteX9" fmla="*/ 3030760 w 4294060"/>
                <a:gd name="connsiteY9" fmla="*/ 36005 h 919287"/>
                <a:gd name="connsiteX10" fmla="*/ 3356134 w 4294060"/>
                <a:gd name="connsiteY10" fmla="*/ 129350 h 919287"/>
                <a:gd name="connsiteX11" fmla="*/ 3674364 w 4294060"/>
                <a:gd name="connsiteY11" fmla="*/ 244221 h 919287"/>
                <a:gd name="connsiteX12" fmla="*/ 3968687 w 4294060"/>
                <a:gd name="connsiteY12" fmla="*/ 244221 h 919287"/>
                <a:gd name="connsiteX13" fmla="*/ 4157662 w 4294060"/>
                <a:gd name="connsiteY13" fmla="*/ 177165 h 919287"/>
                <a:gd name="connsiteX14" fmla="*/ 4271296 w 4294060"/>
                <a:gd name="connsiteY14" fmla="*/ 63437 h 919287"/>
                <a:gd name="connsiteX15" fmla="*/ 4294061 w 4294060"/>
                <a:gd name="connsiteY15" fmla="*/ 0 h 91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94060" h="919287">
                  <a:moveTo>
                    <a:pt x="0" y="190"/>
                  </a:moveTo>
                  <a:cubicBezTo>
                    <a:pt x="0" y="190"/>
                    <a:pt x="243745" y="162211"/>
                    <a:pt x="417862" y="274606"/>
                  </a:cubicBezTo>
                  <a:cubicBezTo>
                    <a:pt x="601408" y="393097"/>
                    <a:pt x="781145" y="518922"/>
                    <a:pt x="980218" y="608171"/>
                  </a:cubicBezTo>
                  <a:cubicBezTo>
                    <a:pt x="1140333" y="679990"/>
                    <a:pt x="1310545" y="726281"/>
                    <a:pt x="1473137" y="792480"/>
                  </a:cubicBezTo>
                  <a:cubicBezTo>
                    <a:pt x="1589532" y="839915"/>
                    <a:pt x="1702975" y="898112"/>
                    <a:pt x="1827276" y="914591"/>
                  </a:cubicBezTo>
                  <a:cubicBezTo>
                    <a:pt x="1930813" y="928307"/>
                    <a:pt x="2039207" y="913733"/>
                    <a:pt x="2119217" y="847535"/>
                  </a:cubicBezTo>
                  <a:cubicBezTo>
                    <a:pt x="2192084" y="787146"/>
                    <a:pt x="2228183" y="696278"/>
                    <a:pt x="2269998" y="610553"/>
                  </a:cubicBezTo>
                  <a:cubicBezTo>
                    <a:pt x="2312003" y="524351"/>
                    <a:pt x="2362867" y="442913"/>
                    <a:pt x="2413540" y="361569"/>
                  </a:cubicBezTo>
                  <a:cubicBezTo>
                    <a:pt x="2485835" y="245650"/>
                    <a:pt x="2562511" y="127064"/>
                    <a:pt x="2683859" y="67151"/>
                  </a:cubicBezTo>
                  <a:cubicBezTo>
                    <a:pt x="2790254" y="14573"/>
                    <a:pt x="2912935" y="16764"/>
                    <a:pt x="3030760" y="36005"/>
                  </a:cubicBezTo>
                  <a:cubicBezTo>
                    <a:pt x="3142393" y="54293"/>
                    <a:pt x="3251073" y="87344"/>
                    <a:pt x="3356134" y="129350"/>
                  </a:cubicBezTo>
                  <a:cubicBezTo>
                    <a:pt x="3461194" y="171355"/>
                    <a:pt x="3563588" y="221742"/>
                    <a:pt x="3674364" y="244221"/>
                  </a:cubicBezTo>
                  <a:cubicBezTo>
                    <a:pt x="3771233" y="263938"/>
                    <a:pt x="3871341" y="262319"/>
                    <a:pt x="3968687" y="244221"/>
                  </a:cubicBezTo>
                  <a:cubicBezTo>
                    <a:pt x="4034981" y="231839"/>
                    <a:pt x="4099941" y="211931"/>
                    <a:pt x="4157662" y="177165"/>
                  </a:cubicBezTo>
                  <a:cubicBezTo>
                    <a:pt x="4204526" y="148971"/>
                    <a:pt x="4246817" y="112300"/>
                    <a:pt x="4271296" y="63437"/>
                  </a:cubicBezTo>
                  <a:cubicBezTo>
                    <a:pt x="4286441" y="33242"/>
                    <a:pt x="4294061" y="0"/>
                    <a:pt x="4294061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xmlns="" id="{630B9015-F708-485A-9F3F-7E06230372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234783" y="12542"/>
              <a:ext cx="3018496" cy="823906"/>
            </a:xfrm>
            <a:custGeom>
              <a:avLst/>
              <a:gdLst>
                <a:gd name="connsiteX0" fmla="*/ 0 w 2292381"/>
                <a:gd name="connsiteY0" fmla="*/ 0 h 625711"/>
                <a:gd name="connsiteX1" fmla="*/ 272415 w 2292381"/>
                <a:gd name="connsiteY1" fmla="*/ 181070 h 625711"/>
                <a:gd name="connsiteX2" fmla="*/ 651415 w 2292381"/>
                <a:gd name="connsiteY2" fmla="*/ 385000 h 625711"/>
                <a:gd name="connsiteX3" fmla="*/ 915543 w 2292381"/>
                <a:gd name="connsiteY3" fmla="*/ 514255 h 625711"/>
                <a:gd name="connsiteX4" fmla="*/ 1277303 w 2292381"/>
                <a:gd name="connsiteY4" fmla="*/ 606171 h 625711"/>
                <a:gd name="connsiteX5" fmla="*/ 1618964 w 2292381"/>
                <a:gd name="connsiteY5" fmla="*/ 606171 h 625711"/>
                <a:gd name="connsiteX6" fmla="*/ 1817084 w 2292381"/>
                <a:gd name="connsiteY6" fmla="*/ 485489 h 625711"/>
                <a:gd name="connsiteX7" fmla="*/ 1963483 w 2292381"/>
                <a:gd name="connsiteY7" fmla="*/ 313182 h 625711"/>
                <a:gd name="connsiteX8" fmla="*/ 2102739 w 2292381"/>
                <a:gd name="connsiteY8" fmla="*/ 173831 h 625711"/>
                <a:gd name="connsiteX9" fmla="*/ 2292382 w 2292381"/>
                <a:gd name="connsiteY9" fmla="*/ 0 h 6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3" y="606171"/>
                  </a:cubicBezTo>
                  <a:cubicBezTo>
                    <a:pt x="1391603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2" y="109347"/>
                    <a:pt x="2292382" y="0"/>
                    <a:pt x="2292382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xmlns="" id="{33441AA6-F9EC-411F-A4FB-9B7EE56C582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489011" y="12542"/>
              <a:ext cx="2456863" cy="555074"/>
            </a:xfrm>
            <a:custGeom>
              <a:avLst/>
              <a:gdLst>
                <a:gd name="connsiteX0" fmla="*/ 1865852 w 1865852"/>
                <a:gd name="connsiteY0" fmla="*/ 0 h 421548"/>
                <a:gd name="connsiteX1" fmla="*/ 1535049 w 1865852"/>
                <a:gd name="connsiteY1" fmla="*/ 258699 h 421548"/>
                <a:gd name="connsiteX2" fmla="*/ 1247966 w 1865852"/>
                <a:gd name="connsiteY2" fmla="*/ 408051 h 421548"/>
                <a:gd name="connsiteX3" fmla="*/ 955072 w 1865852"/>
                <a:gd name="connsiteY3" fmla="*/ 408051 h 421548"/>
                <a:gd name="connsiteX4" fmla="*/ 596170 w 1865852"/>
                <a:gd name="connsiteY4" fmla="*/ 336233 h 421548"/>
                <a:gd name="connsiteX5" fmla="*/ 283178 w 1865852"/>
                <a:gd name="connsiteY5" fmla="*/ 186881 h 421548"/>
                <a:gd name="connsiteX6" fmla="*/ 0 w 1865852"/>
                <a:gd name="connsiteY6" fmla="*/ 0 h 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6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5" y="246412"/>
                    <a:pt x="283178" y="186881"/>
                  </a:cubicBezTo>
                  <a:cubicBezTo>
                    <a:pt x="176213" y="122777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xmlns="" id="{A6968039-0590-4D7E-ADDB-E70FAF5048A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827898" y="12542"/>
              <a:ext cx="1788496" cy="377822"/>
            </a:xfrm>
            <a:custGeom>
              <a:avLst/>
              <a:gdLst>
                <a:gd name="connsiteX0" fmla="*/ 0 w 1358264"/>
                <a:gd name="connsiteY0" fmla="*/ 11621 h 286935"/>
                <a:gd name="connsiteX1" fmla="*/ 200977 w 1358264"/>
                <a:gd name="connsiteY1" fmla="*/ 163830 h 286935"/>
                <a:gd name="connsiteX2" fmla="*/ 499586 w 1358264"/>
                <a:gd name="connsiteY2" fmla="*/ 258604 h 286935"/>
                <a:gd name="connsiteX3" fmla="*/ 780955 w 1358264"/>
                <a:gd name="connsiteY3" fmla="*/ 284417 h 286935"/>
                <a:gd name="connsiteX4" fmla="*/ 1027843 w 1358264"/>
                <a:gd name="connsiteY4" fmla="*/ 215456 h 286935"/>
                <a:gd name="connsiteX5" fmla="*/ 1358265 w 1358264"/>
                <a:gd name="connsiteY5" fmla="*/ 0 h 28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58264" h="286935">
                  <a:moveTo>
                    <a:pt x="0" y="11621"/>
                  </a:moveTo>
                  <a:cubicBezTo>
                    <a:pt x="0" y="11621"/>
                    <a:pt x="89249" y="104299"/>
                    <a:pt x="200977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2" y="293180"/>
                    <a:pt x="780955" y="284417"/>
                  </a:cubicBezTo>
                  <a:cubicBezTo>
                    <a:pt x="866584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xmlns="" id="{CBFFD17E-72B9-443C-8D9A-C2140F3EE9D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073095" y="12542"/>
              <a:ext cx="1173183" cy="220293"/>
            </a:xfrm>
            <a:custGeom>
              <a:avLst/>
              <a:gdLst>
                <a:gd name="connsiteX0" fmla="*/ 890969 w 890968"/>
                <a:gd name="connsiteY0" fmla="*/ 0 h 167300"/>
                <a:gd name="connsiteX1" fmla="*/ 657892 w 890968"/>
                <a:gd name="connsiteY1" fmla="*/ 143732 h 167300"/>
                <a:gd name="connsiteX2" fmla="*/ 408146 w 890968"/>
                <a:gd name="connsiteY2" fmla="*/ 160973 h 167300"/>
                <a:gd name="connsiteX3" fmla="*/ 0 w 890968"/>
                <a:gd name="connsiteY3" fmla="*/ 0 h 16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0968" h="167300">
                  <a:moveTo>
                    <a:pt x="890969" y="0"/>
                  </a:moveTo>
                  <a:cubicBezTo>
                    <a:pt x="890969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xmlns="" id="{2227F8EB-7284-4904-98C3-32BCBD33A7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311911" y="706856"/>
              <a:ext cx="4728816" cy="4904604"/>
            </a:xfrm>
            <a:custGeom>
              <a:avLst/>
              <a:gdLst>
                <a:gd name="connsiteX0" fmla="*/ 904672 w 3591275"/>
                <a:gd name="connsiteY0" fmla="*/ 1758707 h 3724776"/>
                <a:gd name="connsiteX1" fmla="*/ 926199 w 3591275"/>
                <a:gd name="connsiteY1" fmla="*/ 1605545 h 3724776"/>
                <a:gd name="connsiteX2" fmla="*/ 912864 w 3591275"/>
                <a:gd name="connsiteY2" fmla="*/ 1413997 h 3724776"/>
                <a:gd name="connsiteX3" fmla="*/ 949440 w 3591275"/>
                <a:gd name="connsiteY3" fmla="*/ 1301412 h 3724776"/>
                <a:gd name="connsiteX4" fmla="*/ 1089839 w 3591275"/>
                <a:gd name="connsiteY4" fmla="*/ 1160918 h 3724776"/>
                <a:gd name="connsiteX5" fmla="*/ 1324439 w 3591275"/>
                <a:gd name="connsiteY5" fmla="*/ 973371 h 3724776"/>
                <a:gd name="connsiteX6" fmla="*/ 1609046 w 3591275"/>
                <a:gd name="connsiteY6" fmla="*/ 728102 h 3724776"/>
                <a:gd name="connsiteX7" fmla="*/ 1785926 w 3591275"/>
                <a:gd name="connsiteY7" fmla="*/ 472165 h 3724776"/>
                <a:gd name="connsiteX8" fmla="*/ 1985951 w 3591275"/>
                <a:gd name="connsiteY8" fmla="*/ 190320 h 3724776"/>
                <a:gd name="connsiteX9" fmla="*/ 2153305 w 3591275"/>
                <a:gd name="connsiteY9" fmla="*/ 67162 h 3724776"/>
                <a:gd name="connsiteX10" fmla="*/ 2466773 w 3591275"/>
                <a:gd name="connsiteY10" fmla="*/ 8488 h 3724776"/>
                <a:gd name="connsiteX11" fmla="*/ 2830247 w 3591275"/>
                <a:gd name="connsiteY11" fmla="*/ 8488 h 3724776"/>
                <a:gd name="connsiteX12" fmla="*/ 3140857 w 3591275"/>
                <a:gd name="connsiteY12" fmla="*/ 84498 h 3724776"/>
                <a:gd name="connsiteX13" fmla="*/ 3405271 w 3591275"/>
                <a:gd name="connsiteY13" fmla="*/ 216323 h 3724776"/>
                <a:gd name="connsiteX14" fmla="*/ 3515856 w 3591275"/>
                <a:gd name="connsiteY14" fmla="*/ 348150 h 3724776"/>
                <a:gd name="connsiteX15" fmla="*/ 3590818 w 3591275"/>
                <a:gd name="connsiteY15" fmla="*/ 627137 h 3724776"/>
                <a:gd name="connsiteX16" fmla="*/ 3555290 w 3591275"/>
                <a:gd name="connsiteY16" fmla="*/ 968608 h 3724776"/>
                <a:gd name="connsiteX17" fmla="*/ 3537002 w 3591275"/>
                <a:gd name="connsiteY17" fmla="*/ 1148535 h 3724776"/>
                <a:gd name="connsiteX18" fmla="*/ 3509094 w 3591275"/>
                <a:gd name="connsiteY18" fmla="*/ 1570017 h 3724776"/>
                <a:gd name="connsiteX19" fmla="*/ 3465278 w 3591275"/>
                <a:gd name="connsiteY19" fmla="*/ 1967114 h 3724776"/>
                <a:gd name="connsiteX20" fmla="*/ 3336024 w 3591275"/>
                <a:gd name="connsiteY20" fmla="*/ 2345733 h 3724776"/>
                <a:gd name="connsiteX21" fmla="*/ 3049893 w 3591275"/>
                <a:gd name="connsiteY21" fmla="*/ 2768262 h 3724776"/>
                <a:gd name="connsiteX22" fmla="*/ 2838724 w 3591275"/>
                <a:gd name="connsiteY22" fmla="*/ 2989908 h 3724776"/>
                <a:gd name="connsiteX23" fmla="*/ 2605647 w 3591275"/>
                <a:gd name="connsiteY23" fmla="*/ 3193077 h 3724776"/>
                <a:gd name="connsiteX24" fmla="*/ 2217980 w 3591275"/>
                <a:gd name="connsiteY24" fmla="*/ 3493209 h 3724776"/>
                <a:gd name="connsiteX25" fmla="*/ 1832598 w 3591275"/>
                <a:gd name="connsiteY25" fmla="*/ 3707903 h 3724776"/>
                <a:gd name="connsiteX26" fmla="*/ 1581043 w 3591275"/>
                <a:gd name="connsiteY26" fmla="*/ 3722952 h 3724776"/>
                <a:gd name="connsiteX27" fmla="*/ 1068693 w 3591275"/>
                <a:gd name="connsiteY27" fmla="*/ 3704474 h 3724776"/>
                <a:gd name="connsiteX28" fmla="*/ 852952 w 3591275"/>
                <a:gd name="connsiteY28" fmla="*/ 3704474 h 3724776"/>
                <a:gd name="connsiteX29" fmla="*/ 519482 w 3591275"/>
                <a:gd name="connsiteY29" fmla="*/ 3652562 h 3724776"/>
                <a:gd name="connsiteX30" fmla="*/ 400609 w 3591275"/>
                <a:gd name="connsiteY30" fmla="*/ 3595984 h 3724776"/>
                <a:gd name="connsiteX31" fmla="*/ 184868 w 3591275"/>
                <a:gd name="connsiteY31" fmla="*/ 3357002 h 3724776"/>
                <a:gd name="connsiteX32" fmla="*/ 59138 w 3591275"/>
                <a:gd name="connsiteY32" fmla="*/ 3101922 h 3724776"/>
                <a:gd name="connsiteX33" fmla="*/ 274 w 3591275"/>
                <a:gd name="connsiteY33" fmla="*/ 2778644 h 3724776"/>
                <a:gd name="connsiteX34" fmla="*/ 172200 w 3591275"/>
                <a:gd name="connsiteY34" fmla="*/ 2322682 h 3724776"/>
                <a:gd name="connsiteX35" fmla="*/ 446806 w 3591275"/>
                <a:gd name="connsiteY35" fmla="*/ 2095225 h 3724776"/>
                <a:gd name="connsiteX36" fmla="*/ 633686 w 3591275"/>
                <a:gd name="connsiteY36" fmla="*/ 2031693 h 3724776"/>
                <a:gd name="connsiteX37" fmla="*/ 840188 w 3591275"/>
                <a:gd name="connsiteY37" fmla="*/ 1910440 h 3724776"/>
                <a:gd name="connsiteX38" fmla="*/ 904672 w 3591275"/>
                <a:gd name="connsiteY38" fmla="*/ 1758707 h 372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591275" h="3724776">
                  <a:moveTo>
                    <a:pt x="904672" y="1758707"/>
                  </a:moveTo>
                  <a:cubicBezTo>
                    <a:pt x="916960" y="1708415"/>
                    <a:pt x="927056" y="1657266"/>
                    <a:pt x="926199" y="1605545"/>
                  </a:cubicBezTo>
                  <a:cubicBezTo>
                    <a:pt x="925151" y="1541251"/>
                    <a:pt x="907625" y="1478005"/>
                    <a:pt x="912864" y="1413997"/>
                  </a:cubicBezTo>
                  <a:cubicBezTo>
                    <a:pt x="916103" y="1374183"/>
                    <a:pt x="928866" y="1335702"/>
                    <a:pt x="949440" y="1301412"/>
                  </a:cubicBezTo>
                  <a:cubicBezTo>
                    <a:pt x="983730" y="1244262"/>
                    <a:pt x="1037641" y="1202733"/>
                    <a:pt x="1089839" y="1160918"/>
                  </a:cubicBezTo>
                  <a:cubicBezTo>
                    <a:pt x="1167944" y="1098339"/>
                    <a:pt x="1245382" y="1034712"/>
                    <a:pt x="1324439" y="973371"/>
                  </a:cubicBezTo>
                  <a:cubicBezTo>
                    <a:pt x="1423690" y="896313"/>
                    <a:pt x="1526179" y="822304"/>
                    <a:pt x="1609046" y="728102"/>
                  </a:cubicBezTo>
                  <a:cubicBezTo>
                    <a:pt x="1677626" y="650092"/>
                    <a:pt x="1732014" y="561033"/>
                    <a:pt x="1785926" y="472165"/>
                  </a:cubicBezTo>
                  <a:cubicBezTo>
                    <a:pt x="1845933" y="373296"/>
                    <a:pt x="1906226" y="273855"/>
                    <a:pt x="1985951" y="190320"/>
                  </a:cubicBezTo>
                  <a:cubicBezTo>
                    <a:pt x="2034242" y="139647"/>
                    <a:pt x="2089678" y="96213"/>
                    <a:pt x="2153305" y="67162"/>
                  </a:cubicBezTo>
                  <a:cubicBezTo>
                    <a:pt x="2250650" y="22680"/>
                    <a:pt x="2359616" y="15441"/>
                    <a:pt x="2466773" y="8488"/>
                  </a:cubicBezTo>
                  <a:cubicBezTo>
                    <a:pt x="2588026" y="582"/>
                    <a:pt x="2709660" y="-5800"/>
                    <a:pt x="2830247" y="8488"/>
                  </a:cubicBezTo>
                  <a:cubicBezTo>
                    <a:pt x="2936355" y="21061"/>
                    <a:pt x="3039606" y="49922"/>
                    <a:pt x="3140857" y="84498"/>
                  </a:cubicBezTo>
                  <a:cubicBezTo>
                    <a:pt x="3234868" y="116692"/>
                    <a:pt x="3328595" y="153459"/>
                    <a:pt x="3405271" y="216323"/>
                  </a:cubicBezTo>
                  <a:cubicBezTo>
                    <a:pt x="3450038" y="252995"/>
                    <a:pt x="3487281" y="297762"/>
                    <a:pt x="3515856" y="348150"/>
                  </a:cubicBezTo>
                  <a:cubicBezTo>
                    <a:pt x="3564052" y="433017"/>
                    <a:pt x="3587389" y="529505"/>
                    <a:pt x="3590818" y="627137"/>
                  </a:cubicBezTo>
                  <a:cubicBezTo>
                    <a:pt x="3594914" y="741722"/>
                    <a:pt x="3570625" y="854784"/>
                    <a:pt x="3555290" y="968608"/>
                  </a:cubicBezTo>
                  <a:cubicBezTo>
                    <a:pt x="3547194" y="1028330"/>
                    <a:pt x="3541860" y="1088433"/>
                    <a:pt x="3537002" y="1148535"/>
                  </a:cubicBezTo>
                  <a:cubicBezTo>
                    <a:pt x="3525762" y="1288839"/>
                    <a:pt x="3517856" y="1429427"/>
                    <a:pt x="3509094" y="1570017"/>
                  </a:cubicBezTo>
                  <a:cubicBezTo>
                    <a:pt x="3500712" y="1703176"/>
                    <a:pt x="3491472" y="1836431"/>
                    <a:pt x="3465278" y="1967114"/>
                  </a:cubicBezTo>
                  <a:cubicBezTo>
                    <a:pt x="3438894" y="2098464"/>
                    <a:pt x="3395365" y="2225622"/>
                    <a:pt x="3336024" y="2345733"/>
                  </a:cubicBezTo>
                  <a:cubicBezTo>
                    <a:pt x="3260491" y="2498799"/>
                    <a:pt x="3160860" y="2638436"/>
                    <a:pt x="3049893" y="2768262"/>
                  </a:cubicBezTo>
                  <a:cubicBezTo>
                    <a:pt x="2983504" y="2845891"/>
                    <a:pt x="2913114" y="2919900"/>
                    <a:pt x="2838724" y="2989908"/>
                  </a:cubicBezTo>
                  <a:cubicBezTo>
                    <a:pt x="2763667" y="3060584"/>
                    <a:pt x="2685466" y="3127830"/>
                    <a:pt x="2605647" y="3193077"/>
                  </a:cubicBezTo>
                  <a:cubicBezTo>
                    <a:pt x="2479155" y="3296613"/>
                    <a:pt x="2349044" y="3395578"/>
                    <a:pt x="2217980" y="3493209"/>
                  </a:cubicBezTo>
                  <a:cubicBezTo>
                    <a:pt x="2098441" y="3582173"/>
                    <a:pt x="1977092" y="3674375"/>
                    <a:pt x="1832598" y="3707903"/>
                  </a:cubicBezTo>
                  <a:cubicBezTo>
                    <a:pt x="1750397" y="3726953"/>
                    <a:pt x="1665530" y="3726286"/>
                    <a:pt x="1581043" y="3722952"/>
                  </a:cubicBezTo>
                  <a:cubicBezTo>
                    <a:pt x="1410260" y="3716190"/>
                    <a:pt x="1239667" y="3703712"/>
                    <a:pt x="1068693" y="3704474"/>
                  </a:cubicBezTo>
                  <a:cubicBezTo>
                    <a:pt x="996779" y="3704760"/>
                    <a:pt x="924865" y="3706665"/>
                    <a:pt x="852952" y="3704474"/>
                  </a:cubicBezTo>
                  <a:cubicBezTo>
                    <a:pt x="739890" y="3701045"/>
                    <a:pt x="626638" y="3688472"/>
                    <a:pt x="519482" y="3652562"/>
                  </a:cubicBezTo>
                  <a:cubicBezTo>
                    <a:pt x="477667" y="3638561"/>
                    <a:pt x="437567" y="3620082"/>
                    <a:pt x="400609" y="3595984"/>
                  </a:cubicBezTo>
                  <a:cubicBezTo>
                    <a:pt x="309836" y="3536929"/>
                    <a:pt x="242876" y="3448823"/>
                    <a:pt x="184868" y="3357002"/>
                  </a:cubicBezTo>
                  <a:cubicBezTo>
                    <a:pt x="134005" y="3276611"/>
                    <a:pt x="91618" y="3191267"/>
                    <a:pt x="59138" y="3101922"/>
                  </a:cubicBezTo>
                  <a:cubicBezTo>
                    <a:pt x="21324" y="2998004"/>
                    <a:pt x="-2870" y="2889039"/>
                    <a:pt x="274" y="2778644"/>
                  </a:cubicBezTo>
                  <a:cubicBezTo>
                    <a:pt x="4941" y="2612623"/>
                    <a:pt x="71045" y="2454889"/>
                    <a:pt x="172200" y="2322682"/>
                  </a:cubicBezTo>
                  <a:cubicBezTo>
                    <a:pt x="245638" y="2226670"/>
                    <a:pt x="336221" y="2143707"/>
                    <a:pt x="446806" y="2095225"/>
                  </a:cubicBezTo>
                  <a:cubicBezTo>
                    <a:pt x="507099" y="2068841"/>
                    <a:pt x="571012" y="2051982"/>
                    <a:pt x="633686" y="2031693"/>
                  </a:cubicBezTo>
                  <a:cubicBezTo>
                    <a:pt x="711696" y="2006547"/>
                    <a:pt x="789991" y="1974448"/>
                    <a:pt x="840188" y="1910440"/>
                  </a:cubicBezTo>
                  <a:cubicBezTo>
                    <a:pt x="874383" y="1866816"/>
                    <a:pt x="891433" y="1812904"/>
                    <a:pt x="904672" y="1758707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xmlns="" id="{0546E1AF-525C-4FD2-BAE6-9D672248307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541750" y="923845"/>
              <a:ext cx="4196097" cy="4479998"/>
            </a:xfrm>
            <a:custGeom>
              <a:avLst/>
              <a:gdLst>
                <a:gd name="connsiteX0" fmla="*/ 78613 w 3186704"/>
                <a:gd name="connsiteY0" fmla="*/ 3007044 h 3402311"/>
                <a:gd name="connsiteX1" fmla="*/ 2032 w 3186704"/>
                <a:gd name="connsiteY1" fmla="*/ 2731772 h 3402311"/>
                <a:gd name="connsiteX2" fmla="*/ 21177 w 3186704"/>
                <a:gd name="connsiteY2" fmla="*/ 2545082 h 3402311"/>
                <a:gd name="connsiteX3" fmla="*/ 116903 w 3186704"/>
                <a:gd name="connsiteY3" fmla="*/ 2389443 h 3402311"/>
                <a:gd name="connsiteX4" fmla="*/ 241300 w 3186704"/>
                <a:gd name="connsiteY4" fmla="*/ 2308100 h 3402311"/>
                <a:gd name="connsiteX5" fmla="*/ 475805 w 3186704"/>
                <a:gd name="connsiteY5" fmla="*/ 2296099 h 3402311"/>
                <a:gd name="connsiteX6" fmla="*/ 664781 w 3186704"/>
                <a:gd name="connsiteY6" fmla="*/ 2336770 h 3402311"/>
                <a:gd name="connsiteX7" fmla="*/ 803560 w 3186704"/>
                <a:gd name="connsiteY7" fmla="*/ 2336770 h 3402311"/>
                <a:gd name="connsiteX8" fmla="*/ 942340 w 3186704"/>
                <a:gd name="connsiteY8" fmla="*/ 2224280 h 3402311"/>
                <a:gd name="connsiteX9" fmla="*/ 1018921 w 3186704"/>
                <a:gd name="connsiteY9" fmla="*/ 1958532 h 3402311"/>
                <a:gd name="connsiteX10" fmla="*/ 1061974 w 3186704"/>
                <a:gd name="connsiteY10" fmla="*/ 1606679 h 3402311"/>
                <a:gd name="connsiteX11" fmla="*/ 1114647 w 3186704"/>
                <a:gd name="connsiteY11" fmla="*/ 1369697 h 3402311"/>
                <a:gd name="connsiteX12" fmla="*/ 1243806 w 3186704"/>
                <a:gd name="connsiteY12" fmla="*/ 1080042 h 3402311"/>
                <a:gd name="connsiteX13" fmla="*/ 1468691 w 3186704"/>
                <a:gd name="connsiteY13" fmla="*/ 795149 h 3402311"/>
                <a:gd name="connsiteX14" fmla="*/ 1770157 w 3186704"/>
                <a:gd name="connsiteY14" fmla="*/ 452820 h 3402311"/>
                <a:gd name="connsiteX15" fmla="*/ 2082387 w 3186704"/>
                <a:gd name="connsiteY15" fmla="*/ 140400 h 3402311"/>
                <a:gd name="connsiteX16" fmla="*/ 2298890 w 3186704"/>
                <a:gd name="connsiteY16" fmla="*/ 31530 h 3402311"/>
                <a:gd name="connsiteX17" fmla="*/ 2533396 w 3186704"/>
                <a:gd name="connsiteY17" fmla="*/ 383 h 3402311"/>
                <a:gd name="connsiteX18" fmla="*/ 2796572 w 3186704"/>
                <a:gd name="connsiteY18" fmla="*/ 53056 h 3402311"/>
                <a:gd name="connsiteX19" fmla="*/ 3014313 w 3186704"/>
                <a:gd name="connsiteY19" fmla="*/ 177548 h 3402311"/>
                <a:gd name="connsiteX20" fmla="*/ 3131566 w 3186704"/>
                <a:gd name="connsiteY20" fmla="*/ 366619 h 3402311"/>
                <a:gd name="connsiteX21" fmla="*/ 3174619 w 3186704"/>
                <a:gd name="connsiteY21" fmla="*/ 610745 h 3402311"/>
                <a:gd name="connsiteX22" fmla="*/ 3168142 w 3186704"/>
                <a:gd name="connsiteY22" fmla="*/ 993460 h 3402311"/>
                <a:gd name="connsiteX23" fmla="*/ 3185763 w 3186704"/>
                <a:gd name="connsiteY23" fmla="*/ 1497141 h 3402311"/>
                <a:gd name="connsiteX24" fmla="*/ 3150806 w 3186704"/>
                <a:gd name="connsiteY24" fmla="*/ 1790892 h 3402311"/>
                <a:gd name="connsiteX25" fmla="*/ 3076130 w 3186704"/>
                <a:gd name="connsiteY25" fmla="*/ 2071404 h 3402311"/>
                <a:gd name="connsiteX26" fmla="*/ 2847435 w 3186704"/>
                <a:gd name="connsiteY26" fmla="*/ 2470216 h 3402311"/>
                <a:gd name="connsiteX27" fmla="*/ 2359374 w 3186704"/>
                <a:gd name="connsiteY27" fmla="*/ 2929701 h 3402311"/>
                <a:gd name="connsiteX28" fmla="*/ 2099723 w 3186704"/>
                <a:gd name="connsiteY28" fmla="*/ 3097056 h 3402311"/>
                <a:gd name="connsiteX29" fmla="*/ 1760537 w 3186704"/>
                <a:gd name="connsiteY29" fmla="*/ 3241359 h 3402311"/>
                <a:gd name="connsiteX30" fmla="*/ 1610518 w 3186704"/>
                <a:gd name="connsiteY30" fmla="*/ 3309463 h 3402311"/>
                <a:gd name="connsiteX31" fmla="*/ 1367059 w 3186704"/>
                <a:gd name="connsiteY31" fmla="*/ 3374138 h 3402311"/>
                <a:gd name="connsiteX32" fmla="*/ 1210183 w 3186704"/>
                <a:gd name="connsiteY32" fmla="*/ 3385663 h 3402311"/>
                <a:gd name="connsiteX33" fmla="*/ 905573 w 3186704"/>
                <a:gd name="connsiteY33" fmla="*/ 3401856 h 3402311"/>
                <a:gd name="connsiteX34" fmla="*/ 558292 w 3186704"/>
                <a:gd name="connsiteY34" fmla="*/ 3382234 h 3402311"/>
                <a:gd name="connsiteX35" fmla="*/ 467137 w 3186704"/>
                <a:gd name="connsiteY35" fmla="*/ 3363756 h 3402311"/>
                <a:gd name="connsiteX36" fmla="*/ 206343 w 3186704"/>
                <a:gd name="connsiteY36" fmla="*/ 3202117 h 3402311"/>
                <a:gd name="connsiteX37" fmla="*/ 78613 w 3186704"/>
                <a:gd name="connsiteY37" fmla="*/ 3007044 h 340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186704" h="3402311">
                  <a:moveTo>
                    <a:pt x="78613" y="3007044"/>
                  </a:moveTo>
                  <a:cubicBezTo>
                    <a:pt x="38512" y="2919891"/>
                    <a:pt x="9937" y="2827308"/>
                    <a:pt x="2032" y="2731772"/>
                  </a:cubicBezTo>
                  <a:cubicBezTo>
                    <a:pt x="-3207" y="2668717"/>
                    <a:pt x="1174" y="2604994"/>
                    <a:pt x="21177" y="2545082"/>
                  </a:cubicBezTo>
                  <a:cubicBezTo>
                    <a:pt x="40608" y="2486599"/>
                    <a:pt x="73469" y="2433259"/>
                    <a:pt x="116903" y="2389443"/>
                  </a:cubicBezTo>
                  <a:cubicBezTo>
                    <a:pt x="152241" y="2353725"/>
                    <a:pt x="194151" y="2325150"/>
                    <a:pt x="241300" y="2308100"/>
                  </a:cubicBezTo>
                  <a:cubicBezTo>
                    <a:pt x="315880" y="2281049"/>
                    <a:pt x="397224" y="2282668"/>
                    <a:pt x="475805" y="2296099"/>
                  </a:cubicBezTo>
                  <a:cubicBezTo>
                    <a:pt x="539337" y="2306957"/>
                    <a:pt x="601440" y="2324959"/>
                    <a:pt x="664781" y="2336770"/>
                  </a:cubicBezTo>
                  <a:cubicBezTo>
                    <a:pt x="710978" y="2345343"/>
                    <a:pt x="758412" y="2349343"/>
                    <a:pt x="803560" y="2336770"/>
                  </a:cubicBezTo>
                  <a:cubicBezTo>
                    <a:pt x="862711" y="2320292"/>
                    <a:pt x="909288" y="2276382"/>
                    <a:pt x="942340" y="2224280"/>
                  </a:cubicBezTo>
                  <a:cubicBezTo>
                    <a:pt x="992155" y="2145604"/>
                    <a:pt x="1006919" y="2051306"/>
                    <a:pt x="1018921" y="1958532"/>
                  </a:cubicBezTo>
                  <a:cubicBezTo>
                    <a:pt x="1034065" y="1841280"/>
                    <a:pt x="1043972" y="1723456"/>
                    <a:pt x="1061974" y="1606679"/>
                  </a:cubicBezTo>
                  <a:cubicBezTo>
                    <a:pt x="1074356" y="1526574"/>
                    <a:pt x="1091120" y="1447231"/>
                    <a:pt x="1114647" y="1369697"/>
                  </a:cubicBezTo>
                  <a:cubicBezTo>
                    <a:pt x="1145413" y="1268065"/>
                    <a:pt x="1187989" y="1170244"/>
                    <a:pt x="1243806" y="1080042"/>
                  </a:cubicBezTo>
                  <a:cubicBezTo>
                    <a:pt x="1307623" y="976981"/>
                    <a:pt x="1388396" y="886017"/>
                    <a:pt x="1468691" y="795149"/>
                  </a:cubicBezTo>
                  <a:cubicBezTo>
                    <a:pt x="1569466" y="681230"/>
                    <a:pt x="1670621" y="567787"/>
                    <a:pt x="1770157" y="452820"/>
                  </a:cubicBezTo>
                  <a:cubicBezTo>
                    <a:pt x="1867027" y="340997"/>
                    <a:pt x="1962277" y="226316"/>
                    <a:pt x="2082387" y="140400"/>
                  </a:cubicBezTo>
                  <a:cubicBezTo>
                    <a:pt x="2148586" y="93061"/>
                    <a:pt x="2221166" y="55437"/>
                    <a:pt x="2298890" y="31530"/>
                  </a:cubicBezTo>
                  <a:cubicBezTo>
                    <a:pt x="2374709" y="8193"/>
                    <a:pt x="2454053" y="-2189"/>
                    <a:pt x="2533396" y="383"/>
                  </a:cubicBezTo>
                  <a:cubicBezTo>
                    <a:pt x="2623312" y="3336"/>
                    <a:pt x="2711704" y="22957"/>
                    <a:pt x="2796572" y="53056"/>
                  </a:cubicBezTo>
                  <a:cubicBezTo>
                    <a:pt x="2876391" y="81345"/>
                    <a:pt x="2953544" y="118779"/>
                    <a:pt x="3014313" y="177548"/>
                  </a:cubicBezTo>
                  <a:cubicBezTo>
                    <a:pt x="3068320" y="229745"/>
                    <a:pt x="3106515" y="295753"/>
                    <a:pt x="3131566" y="366619"/>
                  </a:cubicBezTo>
                  <a:cubicBezTo>
                    <a:pt x="3159283" y="444915"/>
                    <a:pt x="3170904" y="527687"/>
                    <a:pt x="3174619" y="610745"/>
                  </a:cubicBezTo>
                  <a:cubicBezTo>
                    <a:pt x="3180334" y="738285"/>
                    <a:pt x="3167856" y="865729"/>
                    <a:pt x="3168142" y="993460"/>
                  </a:cubicBezTo>
                  <a:cubicBezTo>
                    <a:pt x="3168618" y="1161576"/>
                    <a:pt x="3191573" y="1329120"/>
                    <a:pt x="3185763" y="1497141"/>
                  </a:cubicBezTo>
                  <a:cubicBezTo>
                    <a:pt x="3182334" y="1595820"/>
                    <a:pt x="3168904" y="1693833"/>
                    <a:pt x="3150806" y="1790892"/>
                  </a:cubicBezTo>
                  <a:cubicBezTo>
                    <a:pt x="3132994" y="1886238"/>
                    <a:pt x="3109753" y="1980535"/>
                    <a:pt x="3076130" y="2071404"/>
                  </a:cubicBezTo>
                  <a:cubicBezTo>
                    <a:pt x="3022600" y="2215993"/>
                    <a:pt x="2942590" y="2348867"/>
                    <a:pt x="2847435" y="2470216"/>
                  </a:cubicBezTo>
                  <a:cubicBezTo>
                    <a:pt x="2708941" y="2646714"/>
                    <a:pt x="2538920" y="2795018"/>
                    <a:pt x="2359374" y="2929701"/>
                  </a:cubicBezTo>
                  <a:cubicBezTo>
                    <a:pt x="2276792" y="2991614"/>
                    <a:pt x="2191734" y="3050383"/>
                    <a:pt x="2099723" y="3097056"/>
                  </a:cubicBezTo>
                  <a:cubicBezTo>
                    <a:pt x="1990090" y="3152682"/>
                    <a:pt x="1872551" y="3190687"/>
                    <a:pt x="1760537" y="3241359"/>
                  </a:cubicBezTo>
                  <a:cubicBezTo>
                    <a:pt x="1710531" y="3264029"/>
                    <a:pt x="1661382" y="3288794"/>
                    <a:pt x="1610518" y="3309463"/>
                  </a:cubicBezTo>
                  <a:cubicBezTo>
                    <a:pt x="1532414" y="3341182"/>
                    <a:pt x="1450689" y="3363375"/>
                    <a:pt x="1367059" y="3374138"/>
                  </a:cubicBezTo>
                  <a:cubicBezTo>
                    <a:pt x="1315053" y="3380806"/>
                    <a:pt x="1262570" y="3382806"/>
                    <a:pt x="1210183" y="3385663"/>
                  </a:cubicBezTo>
                  <a:cubicBezTo>
                    <a:pt x="1108646" y="3391188"/>
                    <a:pt x="1007205" y="3399760"/>
                    <a:pt x="905573" y="3401856"/>
                  </a:cubicBezTo>
                  <a:cubicBezTo>
                    <a:pt x="789463" y="3404142"/>
                    <a:pt x="673354" y="3397855"/>
                    <a:pt x="558292" y="3382234"/>
                  </a:cubicBezTo>
                  <a:cubicBezTo>
                    <a:pt x="527526" y="3378043"/>
                    <a:pt x="497046" y="3372328"/>
                    <a:pt x="467137" y="3363756"/>
                  </a:cubicBezTo>
                  <a:cubicBezTo>
                    <a:pt x="367220" y="3335276"/>
                    <a:pt x="277876" y="3277555"/>
                    <a:pt x="206343" y="3202117"/>
                  </a:cubicBezTo>
                  <a:cubicBezTo>
                    <a:pt x="152527" y="3145348"/>
                    <a:pt x="111379" y="3078196"/>
                    <a:pt x="78613" y="3007044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xmlns="" id="{704EA0D3-F1E3-4AF6-B30E-791175E319E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960461" y="1175713"/>
              <a:ext cx="3568552" cy="3938179"/>
            </a:xfrm>
            <a:custGeom>
              <a:avLst/>
              <a:gdLst>
                <a:gd name="connsiteX0" fmla="*/ 2179 w 2710118"/>
                <a:gd name="connsiteY0" fmla="*/ 2712895 h 2990829"/>
                <a:gd name="connsiteX1" fmla="*/ 18085 w 2710118"/>
                <a:gd name="connsiteY1" fmla="*/ 2589260 h 2990829"/>
                <a:gd name="connsiteX2" fmla="*/ 161627 w 2710118"/>
                <a:gd name="connsiteY2" fmla="*/ 2489533 h 2990829"/>
                <a:gd name="connsiteX3" fmla="*/ 384893 w 2710118"/>
                <a:gd name="connsiteY3" fmla="*/ 2559352 h 2990829"/>
                <a:gd name="connsiteX4" fmla="*/ 648069 w 2710118"/>
                <a:gd name="connsiteY4" fmla="*/ 2579259 h 2990829"/>
                <a:gd name="connsiteX5" fmla="*/ 831520 w 2710118"/>
                <a:gd name="connsiteY5" fmla="*/ 2445623 h 2990829"/>
                <a:gd name="connsiteX6" fmla="*/ 909244 w 2710118"/>
                <a:gd name="connsiteY6" fmla="*/ 2210260 h 2990829"/>
                <a:gd name="connsiteX7" fmla="*/ 975062 w 2710118"/>
                <a:gd name="connsiteY7" fmla="*/ 1771444 h 2990829"/>
                <a:gd name="connsiteX8" fmla="*/ 989064 w 2710118"/>
                <a:gd name="connsiteY8" fmla="*/ 1486170 h 2990829"/>
                <a:gd name="connsiteX9" fmla="*/ 1058882 w 2710118"/>
                <a:gd name="connsiteY9" fmla="*/ 1115171 h 2990829"/>
                <a:gd name="connsiteX10" fmla="*/ 1238333 w 2710118"/>
                <a:gd name="connsiteY10" fmla="*/ 776081 h 2990829"/>
                <a:gd name="connsiteX11" fmla="*/ 1567327 w 2710118"/>
                <a:gd name="connsiteY11" fmla="*/ 399081 h 2990829"/>
                <a:gd name="connsiteX12" fmla="*/ 1944136 w 2710118"/>
                <a:gd name="connsiteY12" fmla="*/ 85899 h 2990829"/>
                <a:gd name="connsiteX13" fmla="*/ 2167402 w 2710118"/>
                <a:gd name="connsiteY13" fmla="*/ 2079 h 2990829"/>
                <a:gd name="connsiteX14" fmla="*/ 2412671 w 2710118"/>
                <a:gd name="connsiteY14" fmla="*/ 53991 h 2990829"/>
                <a:gd name="connsiteX15" fmla="*/ 2616030 w 2710118"/>
                <a:gd name="connsiteY15" fmla="*/ 291354 h 2990829"/>
                <a:gd name="connsiteX16" fmla="*/ 2637937 w 2710118"/>
                <a:gd name="connsiteY16" fmla="*/ 724265 h 2990829"/>
                <a:gd name="connsiteX17" fmla="*/ 2691753 w 2710118"/>
                <a:gd name="connsiteY17" fmla="*/ 1117266 h 2990829"/>
                <a:gd name="connsiteX18" fmla="*/ 2705755 w 2710118"/>
                <a:gd name="connsiteY18" fmla="*/ 1476359 h 2990829"/>
                <a:gd name="connsiteX19" fmla="*/ 2616030 w 2710118"/>
                <a:gd name="connsiteY19" fmla="*/ 1859359 h 2990829"/>
                <a:gd name="connsiteX20" fmla="*/ 2404670 w 2710118"/>
                <a:gd name="connsiteY20" fmla="*/ 2250361 h 2990829"/>
                <a:gd name="connsiteX21" fmla="*/ 2198263 w 2710118"/>
                <a:gd name="connsiteY21" fmla="*/ 2456862 h 2990829"/>
                <a:gd name="connsiteX22" fmla="*/ 1724680 w 2710118"/>
                <a:gd name="connsiteY22" fmla="*/ 2757091 h 2990829"/>
                <a:gd name="connsiteX23" fmla="*/ 1327868 w 2710118"/>
                <a:gd name="connsiteY23" fmla="*/ 2810907 h 2990829"/>
                <a:gd name="connsiteX24" fmla="*/ 931057 w 2710118"/>
                <a:gd name="connsiteY24" fmla="*/ 2912634 h 2990829"/>
                <a:gd name="connsiteX25" fmla="*/ 695789 w 2710118"/>
                <a:gd name="connsiteY25" fmla="*/ 2972451 h 2990829"/>
                <a:gd name="connsiteX26" fmla="*/ 348889 w 2710118"/>
                <a:gd name="connsiteY26" fmla="*/ 2984452 h 2990829"/>
                <a:gd name="connsiteX27" fmla="*/ 73711 w 2710118"/>
                <a:gd name="connsiteY27" fmla="*/ 2882725 h 2990829"/>
                <a:gd name="connsiteX28" fmla="*/ 2179 w 2710118"/>
                <a:gd name="connsiteY28" fmla="*/ 2712895 h 299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710118" h="2990829">
                  <a:moveTo>
                    <a:pt x="2179" y="2712895"/>
                  </a:moveTo>
                  <a:cubicBezTo>
                    <a:pt x="-2774" y="2670604"/>
                    <a:pt x="-12" y="2627551"/>
                    <a:pt x="18085" y="2589260"/>
                  </a:cubicBezTo>
                  <a:cubicBezTo>
                    <a:pt x="44755" y="2532967"/>
                    <a:pt x="99810" y="2495153"/>
                    <a:pt x="161627" y="2489533"/>
                  </a:cubicBezTo>
                  <a:cubicBezTo>
                    <a:pt x="240304" y="2482389"/>
                    <a:pt x="310312" y="2530491"/>
                    <a:pt x="384893" y="2559352"/>
                  </a:cubicBezTo>
                  <a:cubicBezTo>
                    <a:pt x="468904" y="2591832"/>
                    <a:pt x="561392" y="2603452"/>
                    <a:pt x="648069" y="2579259"/>
                  </a:cubicBezTo>
                  <a:cubicBezTo>
                    <a:pt x="723602" y="2558209"/>
                    <a:pt x="788563" y="2511346"/>
                    <a:pt x="831520" y="2445623"/>
                  </a:cubicBezTo>
                  <a:cubicBezTo>
                    <a:pt x="877050" y="2375805"/>
                    <a:pt x="893052" y="2292366"/>
                    <a:pt x="909244" y="2210260"/>
                  </a:cubicBezTo>
                  <a:cubicBezTo>
                    <a:pt x="938010" y="2064909"/>
                    <a:pt x="963156" y="1918986"/>
                    <a:pt x="975062" y="1771444"/>
                  </a:cubicBezTo>
                  <a:cubicBezTo>
                    <a:pt x="982682" y="1676575"/>
                    <a:pt x="981539" y="1581134"/>
                    <a:pt x="989064" y="1486170"/>
                  </a:cubicBezTo>
                  <a:cubicBezTo>
                    <a:pt x="998970" y="1360154"/>
                    <a:pt x="1017163" y="1234424"/>
                    <a:pt x="1058882" y="1115171"/>
                  </a:cubicBezTo>
                  <a:cubicBezTo>
                    <a:pt x="1101269" y="993822"/>
                    <a:pt x="1163848" y="880951"/>
                    <a:pt x="1238333" y="776081"/>
                  </a:cubicBezTo>
                  <a:cubicBezTo>
                    <a:pt x="1335107" y="639778"/>
                    <a:pt x="1448741" y="516906"/>
                    <a:pt x="1567327" y="399081"/>
                  </a:cubicBezTo>
                  <a:cubicBezTo>
                    <a:pt x="1683627" y="283543"/>
                    <a:pt x="1803452" y="169719"/>
                    <a:pt x="1944136" y="85899"/>
                  </a:cubicBezTo>
                  <a:cubicBezTo>
                    <a:pt x="2013383" y="44656"/>
                    <a:pt x="2087487" y="10366"/>
                    <a:pt x="2167402" y="2079"/>
                  </a:cubicBezTo>
                  <a:cubicBezTo>
                    <a:pt x="2252365" y="-6684"/>
                    <a:pt x="2337709" y="12557"/>
                    <a:pt x="2412671" y="53991"/>
                  </a:cubicBezTo>
                  <a:cubicBezTo>
                    <a:pt x="2507063" y="106092"/>
                    <a:pt x="2581263" y="189341"/>
                    <a:pt x="2616030" y="291354"/>
                  </a:cubicBezTo>
                  <a:cubicBezTo>
                    <a:pt x="2662892" y="429085"/>
                    <a:pt x="2633651" y="577770"/>
                    <a:pt x="2637937" y="724265"/>
                  </a:cubicBezTo>
                  <a:cubicBezTo>
                    <a:pt x="2641842" y="856472"/>
                    <a:pt x="2673941" y="986012"/>
                    <a:pt x="2691753" y="1117266"/>
                  </a:cubicBezTo>
                  <a:cubicBezTo>
                    <a:pt x="2707946" y="1236234"/>
                    <a:pt x="2715565" y="1356630"/>
                    <a:pt x="2705755" y="1476359"/>
                  </a:cubicBezTo>
                  <a:cubicBezTo>
                    <a:pt x="2694896" y="1607709"/>
                    <a:pt x="2662606" y="1736011"/>
                    <a:pt x="2616030" y="1859359"/>
                  </a:cubicBezTo>
                  <a:cubicBezTo>
                    <a:pt x="2563451" y="1998710"/>
                    <a:pt x="2496681" y="2133298"/>
                    <a:pt x="2404670" y="2250361"/>
                  </a:cubicBezTo>
                  <a:cubicBezTo>
                    <a:pt x="2344376" y="2327132"/>
                    <a:pt x="2272177" y="2392854"/>
                    <a:pt x="2198263" y="2456862"/>
                  </a:cubicBezTo>
                  <a:cubicBezTo>
                    <a:pt x="2054911" y="2580973"/>
                    <a:pt x="1905464" y="2703370"/>
                    <a:pt x="1724680" y="2757091"/>
                  </a:cubicBezTo>
                  <a:cubicBezTo>
                    <a:pt x="1596473" y="2795191"/>
                    <a:pt x="1460456" y="2791857"/>
                    <a:pt x="1327868" y="2810907"/>
                  </a:cubicBezTo>
                  <a:cubicBezTo>
                    <a:pt x="1192518" y="2830433"/>
                    <a:pt x="1062311" y="2873677"/>
                    <a:pt x="931057" y="2912634"/>
                  </a:cubicBezTo>
                  <a:cubicBezTo>
                    <a:pt x="853428" y="2935684"/>
                    <a:pt x="775513" y="2958259"/>
                    <a:pt x="695789" y="2972451"/>
                  </a:cubicBezTo>
                  <a:cubicBezTo>
                    <a:pt x="581203" y="2992929"/>
                    <a:pt x="464808" y="2995311"/>
                    <a:pt x="348889" y="2984452"/>
                  </a:cubicBezTo>
                  <a:cubicBezTo>
                    <a:pt x="247352" y="2974927"/>
                    <a:pt x="142006" y="2956544"/>
                    <a:pt x="73711" y="2882725"/>
                  </a:cubicBezTo>
                  <a:cubicBezTo>
                    <a:pt x="31420" y="2836434"/>
                    <a:pt x="9513" y="2775474"/>
                    <a:pt x="2179" y="271289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xmlns="" id="{2910BB0F-2FD9-4EA6-82D7-5226F29ABE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536081" y="1589661"/>
              <a:ext cx="1743551" cy="2969484"/>
            </a:xfrm>
            <a:custGeom>
              <a:avLst/>
              <a:gdLst>
                <a:gd name="connsiteX0" fmla="*/ 14495 w 1324131"/>
                <a:gd name="connsiteY0" fmla="*/ 1664146 h 2255159"/>
                <a:gd name="connsiteX1" fmla="*/ 97839 w 1324131"/>
                <a:gd name="connsiteY1" fmla="*/ 1271049 h 2255159"/>
                <a:gd name="connsiteX2" fmla="*/ 97839 w 1324131"/>
                <a:gd name="connsiteY2" fmla="*/ 991109 h 2255159"/>
                <a:gd name="connsiteX3" fmla="*/ 195756 w 1324131"/>
                <a:gd name="connsiteY3" fmla="*/ 588964 h 2255159"/>
                <a:gd name="connsiteX4" fmla="*/ 373778 w 1324131"/>
                <a:gd name="connsiteY4" fmla="*/ 336170 h 2255159"/>
                <a:gd name="connsiteX5" fmla="*/ 706867 w 1324131"/>
                <a:gd name="connsiteY5" fmla="*/ 86234 h 2255159"/>
                <a:gd name="connsiteX6" fmla="*/ 953755 w 1324131"/>
                <a:gd name="connsiteY6" fmla="*/ 33 h 2255159"/>
                <a:gd name="connsiteX7" fmla="*/ 1105965 w 1324131"/>
                <a:gd name="connsiteY7" fmla="*/ 60326 h 2255159"/>
                <a:gd name="connsiteX8" fmla="*/ 1146160 w 1324131"/>
                <a:gd name="connsiteY8" fmla="*/ 221204 h 2255159"/>
                <a:gd name="connsiteX9" fmla="*/ 1177783 w 1324131"/>
                <a:gd name="connsiteY9" fmla="*/ 448089 h 2255159"/>
                <a:gd name="connsiteX10" fmla="*/ 1281129 w 1324131"/>
                <a:gd name="connsiteY10" fmla="*/ 789941 h 2255159"/>
                <a:gd name="connsiteX11" fmla="*/ 1306942 w 1324131"/>
                <a:gd name="connsiteY11" fmla="*/ 942151 h 2255159"/>
                <a:gd name="connsiteX12" fmla="*/ 1321325 w 1324131"/>
                <a:gd name="connsiteY12" fmla="*/ 1272478 h 2255159"/>
                <a:gd name="connsiteX13" fmla="*/ 1215121 w 1324131"/>
                <a:gd name="connsiteY13" fmla="*/ 1660240 h 2255159"/>
                <a:gd name="connsiteX14" fmla="*/ 1085962 w 1324131"/>
                <a:gd name="connsiteY14" fmla="*/ 1844073 h 2255159"/>
                <a:gd name="connsiteX15" fmla="*/ 849075 w 1324131"/>
                <a:gd name="connsiteY15" fmla="*/ 2081055 h 2255159"/>
                <a:gd name="connsiteX16" fmla="*/ 445691 w 1324131"/>
                <a:gd name="connsiteY16" fmla="*/ 2254887 h 2255159"/>
                <a:gd name="connsiteX17" fmla="*/ 126985 w 1324131"/>
                <a:gd name="connsiteY17" fmla="*/ 2134205 h 2255159"/>
                <a:gd name="connsiteX18" fmla="*/ 683 w 1324131"/>
                <a:gd name="connsiteY18" fmla="*/ 1829690 h 2255159"/>
                <a:gd name="connsiteX19" fmla="*/ 14495 w 1324131"/>
                <a:gd name="connsiteY19" fmla="*/ 1664146 h 2255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4131" h="2255159">
                  <a:moveTo>
                    <a:pt x="14495" y="1664146"/>
                  </a:moveTo>
                  <a:cubicBezTo>
                    <a:pt x="40593" y="1532320"/>
                    <a:pt x="87552" y="1404780"/>
                    <a:pt x="97839" y="1271049"/>
                  </a:cubicBezTo>
                  <a:cubicBezTo>
                    <a:pt x="104982" y="1177895"/>
                    <a:pt x="94790" y="1084454"/>
                    <a:pt x="97839" y="991109"/>
                  </a:cubicBezTo>
                  <a:cubicBezTo>
                    <a:pt x="102411" y="851759"/>
                    <a:pt x="135177" y="714408"/>
                    <a:pt x="195756" y="588964"/>
                  </a:cubicBezTo>
                  <a:cubicBezTo>
                    <a:pt x="240809" y="495524"/>
                    <a:pt x="301674" y="410751"/>
                    <a:pt x="373778" y="336170"/>
                  </a:cubicBezTo>
                  <a:cubicBezTo>
                    <a:pt x="470742" y="235967"/>
                    <a:pt x="585614" y="155386"/>
                    <a:pt x="706867" y="86234"/>
                  </a:cubicBezTo>
                  <a:cubicBezTo>
                    <a:pt x="784020" y="42229"/>
                    <a:pt x="865363" y="1367"/>
                    <a:pt x="953755" y="33"/>
                  </a:cubicBezTo>
                  <a:cubicBezTo>
                    <a:pt x="1011667" y="-824"/>
                    <a:pt x="1070817" y="14892"/>
                    <a:pt x="1105965" y="60326"/>
                  </a:cubicBezTo>
                  <a:cubicBezTo>
                    <a:pt x="1140350" y="104903"/>
                    <a:pt x="1142445" y="164244"/>
                    <a:pt x="1146160" y="221204"/>
                  </a:cubicBezTo>
                  <a:cubicBezTo>
                    <a:pt x="1151113" y="297594"/>
                    <a:pt x="1160543" y="373604"/>
                    <a:pt x="1177783" y="448089"/>
                  </a:cubicBezTo>
                  <a:cubicBezTo>
                    <a:pt x="1204644" y="564199"/>
                    <a:pt x="1253888" y="673927"/>
                    <a:pt x="1281129" y="789941"/>
                  </a:cubicBezTo>
                  <a:cubicBezTo>
                    <a:pt x="1292940" y="840043"/>
                    <a:pt x="1300656" y="891097"/>
                    <a:pt x="1306942" y="942151"/>
                  </a:cubicBezTo>
                  <a:cubicBezTo>
                    <a:pt x="1320563" y="1051784"/>
                    <a:pt x="1328754" y="1162274"/>
                    <a:pt x="1321325" y="1272478"/>
                  </a:cubicBezTo>
                  <a:cubicBezTo>
                    <a:pt x="1312181" y="1407828"/>
                    <a:pt x="1279700" y="1541178"/>
                    <a:pt x="1215121" y="1660240"/>
                  </a:cubicBezTo>
                  <a:cubicBezTo>
                    <a:pt x="1179307" y="1726249"/>
                    <a:pt x="1134063" y="1786352"/>
                    <a:pt x="1085962" y="1844073"/>
                  </a:cubicBezTo>
                  <a:cubicBezTo>
                    <a:pt x="1014239" y="1930084"/>
                    <a:pt x="936610" y="2011237"/>
                    <a:pt x="849075" y="2081055"/>
                  </a:cubicBezTo>
                  <a:cubicBezTo>
                    <a:pt x="731441" y="2174972"/>
                    <a:pt x="595424" y="2249743"/>
                    <a:pt x="445691" y="2254887"/>
                  </a:cubicBezTo>
                  <a:cubicBezTo>
                    <a:pt x="326915" y="2258887"/>
                    <a:pt x="210138" y="2218882"/>
                    <a:pt x="126985" y="2134205"/>
                  </a:cubicBezTo>
                  <a:cubicBezTo>
                    <a:pt x="47642" y="2053432"/>
                    <a:pt x="5922" y="1943228"/>
                    <a:pt x="683" y="1829690"/>
                  </a:cubicBezTo>
                  <a:cubicBezTo>
                    <a:pt x="-2079" y="1774255"/>
                    <a:pt x="3732" y="1718819"/>
                    <a:pt x="14495" y="1664146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xmlns="" id="{619C1A72-0647-44E4-9BB1-EA823EED52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956128" y="3099688"/>
              <a:ext cx="933037" cy="1078994"/>
            </a:xfrm>
            <a:custGeom>
              <a:avLst/>
              <a:gdLst>
                <a:gd name="connsiteX0" fmla="*/ 23248 w 708590"/>
                <a:gd name="connsiteY0" fmla="*/ 533652 h 819436"/>
                <a:gd name="connsiteX1" fmla="*/ 132310 w 708590"/>
                <a:gd name="connsiteY1" fmla="*/ 280859 h 819436"/>
                <a:gd name="connsiteX2" fmla="*/ 255754 w 708590"/>
                <a:gd name="connsiteY2" fmla="*/ 97026 h 819436"/>
                <a:gd name="connsiteX3" fmla="*/ 445206 w 708590"/>
                <a:gd name="connsiteY3" fmla="*/ 2253 h 819436"/>
                <a:gd name="connsiteX4" fmla="*/ 597415 w 708590"/>
                <a:gd name="connsiteY4" fmla="*/ 33875 h 819436"/>
                <a:gd name="connsiteX5" fmla="*/ 703619 w 708590"/>
                <a:gd name="connsiteY5" fmla="*/ 214851 h 819436"/>
                <a:gd name="connsiteX6" fmla="*/ 686379 w 708590"/>
                <a:gd name="connsiteY6" fmla="*/ 418781 h 819436"/>
                <a:gd name="connsiteX7" fmla="*/ 585890 w 708590"/>
                <a:gd name="connsiteY7" fmla="*/ 616996 h 819436"/>
                <a:gd name="connsiteX8" fmla="*/ 347574 w 708590"/>
                <a:gd name="connsiteY8" fmla="*/ 780731 h 819436"/>
                <a:gd name="connsiteX9" fmla="*/ 166695 w 708590"/>
                <a:gd name="connsiteY9" fmla="*/ 818069 h 819436"/>
                <a:gd name="connsiteX10" fmla="*/ 14485 w 708590"/>
                <a:gd name="connsiteY10" fmla="*/ 720438 h 819436"/>
                <a:gd name="connsiteX11" fmla="*/ 23248 w 708590"/>
                <a:gd name="connsiteY11" fmla="*/ 533652 h 81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8590" h="819436">
                  <a:moveTo>
                    <a:pt x="23248" y="533652"/>
                  </a:moveTo>
                  <a:cubicBezTo>
                    <a:pt x="51728" y="446213"/>
                    <a:pt x="90685" y="362869"/>
                    <a:pt x="132310" y="280859"/>
                  </a:cubicBezTo>
                  <a:cubicBezTo>
                    <a:pt x="166028" y="214470"/>
                    <a:pt x="202223" y="148461"/>
                    <a:pt x="255754" y="97026"/>
                  </a:cubicBezTo>
                  <a:cubicBezTo>
                    <a:pt x="307855" y="46925"/>
                    <a:pt x="373578" y="11587"/>
                    <a:pt x="445206" y="2253"/>
                  </a:cubicBezTo>
                  <a:cubicBezTo>
                    <a:pt x="498546" y="-4701"/>
                    <a:pt x="552743" y="4062"/>
                    <a:pt x="597415" y="33875"/>
                  </a:cubicBezTo>
                  <a:cubicBezTo>
                    <a:pt x="657708" y="74071"/>
                    <a:pt x="691617" y="142937"/>
                    <a:pt x="703619" y="214851"/>
                  </a:cubicBezTo>
                  <a:cubicBezTo>
                    <a:pt x="715049" y="282954"/>
                    <a:pt x="705715" y="352296"/>
                    <a:pt x="686379" y="418781"/>
                  </a:cubicBezTo>
                  <a:cubicBezTo>
                    <a:pt x="665519" y="490790"/>
                    <a:pt x="634182" y="559846"/>
                    <a:pt x="585890" y="616996"/>
                  </a:cubicBezTo>
                  <a:cubicBezTo>
                    <a:pt x="523025" y="691386"/>
                    <a:pt x="437395" y="742155"/>
                    <a:pt x="347574" y="780731"/>
                  </a:cubicBezTo>
                  <a:cubicBezTo>
                    <a:pt x="289758" y="805591"/>
                    <a:pt x="228988" y="824831"/>
                    <a:pt x="166695" y="818069"/>
                  </a:cubicBezTo>
                  <a:cubicBezTo>
                    <a:pt x="102496" y="811115"/>
                    <a:pt x="41631" y="778445"/>
                    <a:pt x="14485" y="720438"/>
                  </a:cubicBezTo>
                  <a:cubicBezTo>
                    <a:pt x="-12661" y="662145"/>
                    <a:pt x="3055" y="595660"/>
                    <a:pt x="23248" y="533652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xmlns="" id="{2C60E4D0-A72D-4248-AFA0-D70960B66B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121413" y="2153126"/>
              <a:ext cx="562062" cy="821426"/>
            </a:xfrm>
            <a:custGeom>
              <a:avLst/>
              <a:gdLst>
                <a:gd name="connsiteX0" fmla="*/ 149850 w 426855"/>
                <a:gd name="connsiteY0" fmla="*/ 546425 h 623828"/>
                <a:gd name="connsiteX1" fmla="*/ 209667 w 426855"/>
                <a:gd name="connsiteY1" fmla="*/ 590336 h 623828"/>
                <a:gd name="connsiteX2" fmla="*/ 285391 w 426855"/>
                <a:gd name="connsiteY2" fmla="*/ 622244 h 623828"/>
                <a:gd name="connsiteX3" fmla="*/ 393024 w 426855"/>
                <a:gd name="connsiteY3" fmla="*/ 584335 h 623828"/>
                <a:gd name="connsiteX4" fmla="*/ 420932 w 426855"/>
                <a:gd name="connsiteY4" fmla="*/ 446699 h 623828"/>
                <a:gd name="connsiteX5" fmla="*/ 420932 w 426855"/>
                <a:gd name="connsiteY5" fmla="*/ 227243 h 623828"/>
                <a:gd name="connsiteX6" fmla="*/ 341208 w 426855"/>
                <a:gd name="connsiteY6" fmla="*/ 59698 h 623828"/>
                <a:gd name="connsiteX7" fmla="*/ 273390 w 426855"/>
                <a:gd name="connsiteY7" fmla="*/ 11787 h 623828"/>
                <a:gd name="connsiteX8" fmla="*/ 4213 w 426855"/>
                <a:gd name="connsiteY8" fmla="*/ 229243 h 623828"/>
                <a:gd name="connsiteX9" fmla="*/ 58029 w 426855"/>
                <a:gd name="connsiteY9" fmla="*/ 458605 h 623828"/>
                <a:gd name="connsiteX10" fmla="*/ 149850 w 426855"/>
                <a:gd name="connsiteY10" fmla="*/ 546425 h 62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6855" h="623828">
                  <a:moveTo>
                    <a:pt x="149850" y="546425"/>
                  </a:moveTo>
                  <a:cubicBezTo>
                    <a:pt x="169186" y="561856"/>
                    <a:pt x="188807" y="577001"/>
                    <a:pt x="209667" y="590336"/>
                  </a:cubicBezTo>
                  <a:cubicBezTo>
                    <a:pt x="233004" y="605290"/>
                    <a:pt x="258054" y="617958"/>
                    <a:pt x="285391" y="622244"/>
                  </a:cubicBezTo>
                  <a:cubicBezTo>
                    <a:pt x="325777" y="628531"/>
                    <a:pt x="367687" y="616148"/>
                    <a:pt x="393024" y="584335"/>
                  </a:cubicBezTo>
                  <a:cubicBezTo>
                    <a:pt x="422932" y="546902"/>
                    <a:pt x="419884" y="495467"/>
                    <a:pt x="420932" y="446699"/>
                  </a:cubicBezTo>
                  <a:cubicBezTo>
                    <a:pt x="422551" y="373166"/>
                    <a:pt x="433409" y="299537"/>
                    <a:pt x="420932" y="227243"/>
                  </a:cubicBezTo>
                  <a:cubicBezTo>
                    <a:pt x="410168" y="165140"/>
                    <a:pt x="384165" y="105704"/>
                    <a:pt x="341208" y="59698"/>
                  </a:cubicBezTo>
                  <a:cubicBezTo>
                    <a:pt x="322062" y="39219"/>
                    <a:pt x="299488" y="22265"/>
                    <a:pt x="273390" y="11787"/>
                  </a:cubicBezTo>
                  <a:cubicBezTo>
                    <a:pt x="145278" y="-39743"/>
                    <a:pt x="27549" y="85892"/>
                    <a:pt x="4213" y="229243"/>
                  </a:cubicBezTo>
                  <a:cubicBezTo>
                    <a:pt x="-8932" y="310205"/>
                    <a:pt x="8594" y="393359"/>
                    <a:pt x="58029" y="458605"/>
                  </a:cubicBezTo>
                  <a:cubicBezTo>
                    <a:pt x="83747" y="492514"/>
                    <a:pt x="116608" y="519946"/>
                    <a:pt x="149850" y="546425"/>
                  </a:cubicBezTo>
                  <a:close/>
                </a:path>
              </a:pathLst>
            </a:custGeom>
            <a:noFill/>
            <a:ln w="12700" cap="rnd">
              <a:solidFill>
                <a:schemeClr val="bg2">
                  <a:alpha val="24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6" name="Bottom Right">
            <a:extLst>
              <a:ext uri="{FF2B5EF4-FFF2-40B4-BE49-F238E27FC236}">
                <a16:creationId xmlns:a16="http://schemas.microsoft.com/office/drawing/2014/main" xmlns="" id="{D77BF9F5-CA63-42A6-AC93-C2BDF47276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77" name="Graphic 157">
              <a:extLst>
                <a:ext uri="{FF2B5EF4-FFF2-40B4-BE49-F238E27FC236}">
                  <a16:creationId xmlns:a16="http://schemas.microsoft.com/office/drawing/2014/main" xmlns="" id="{C22D3699-92E0-4110-BE54-403EAAA4812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xmlns="" id="{825D3809-6A64-4183-9441-73C86E34024C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xmlns="" id="{90860AFF-1118-48A2-80D7-49ACC1BBE48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xmlns="" id="{4D71319B-713A-4047-B185-F7DDC442DDB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xmlns="" id="{7C66AF50-C9BC-4B16-9CE0-B0D49B8FF998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xmlns="" id="{51516E0C-2F47-4B95-8D54-336B5CEDB77F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xmlns="" id="{F495B569-90F7-429A-9E93-88A1B179266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xmlns="" id="{7DD4E57A-FF24-4B18-B1C4-E81FE8F0708D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xmlns="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xmlns="" id="{B9587FA4-87B9-445D-ABE2-BAF7345912B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xmlns="" id="{DF9B1D76-03F2-436A-9708-6B223EA28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841" y="726641"/>
            <a:ext cx="5998193" cy="31874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xmlns="" id="{A3DCB960-67E1-4D7A-A166-F7BC92386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94025" y="4069781"/>
            <a:ext cx="5993576" cy="204330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Mostafa Hussein</a:t>
            </a:r>
          </a:p>
        </p:txBody>
      </p:sp>
      <p:grpSp>
        <p:nvGrpSpPr>
          <p:cNvPr id="87" name="Cross">
            <a:extLst>
              <a:ext uri="{FF2B5EF4-FFF2-40B4-BE49-F238E27FC236}">
                <a16:creationId xmlns:a16="http://schemas.microsoft.com/office/drawing/2014/main" xmlns="" id="{94D09F36-C387-49FA-9BEA-D0427CE84C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0917877" y="4001584"/>
            <a:ext cx="118872" cy="118872"/>
            <a:chOff x="1175347" y="3733800"/>
            <a:chExt cx="118872" cy="118872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xmlns="" id="{F4892719-E852-41F7-8526-E42BBE1EB1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xmlns="" id="{88EA6DD1-E3D2-4B98-85DC-1F975A09FF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1B86B7-24ED-4261-979C-42CCFAC8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cap="all">
                <a:solidFill>
                  <a:srgbClr val="FFFFFF"/>
                </a:solidFill>
                <a:cs typeface="Segoe UI Semilight" panose="020B0402040204020203" pitchFamily="34" charset="0"/>
              </a:rPr>
              <a:pPr>
                <a:spcAft>
                  <a:spcPts val="600"/>
                </a:spcAft>
              </a:pPr>
              <a:t>13</a:t>
            </a:fld>
            <a:endParaRPr lang="en-US" cap="all">
              <a:solidFill>
                <a:srgbClr val="FFFFFF"/>
              </a:solidFill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7465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EAFCE9-5102-4DAA-8747-40B4A7428A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977A2A-9AF2-4E1E-9C52-3CE0178B1CF2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FF01AD9-F5BE-4467-A2B6-F080EB1760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Explore design</Template>
  <TotalTime>4061</TotalTime>
  <Words>294</Words>
  <Application>Microsoft Office PowerPoint</Application>
  <PresentationFormat>Custom</PresentationFormat>
  <Paragraphs>80</Paragraphs>
  <Slides>13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ExploreVTI</vt:lpstr>
      <vt:lpstr>Fraud Detection and Prediction System for Financial Transactions</vt:lpstr>
      <vt:lpstr>Agenda</vt:lpstr>
      <vt:lpstr>Problem &amp; Motivation</vt:lpstr>
      <vt:lpstr>Project Objectives</vt:lpstr>
      <vt:lpstr>Suggested Solution &amp; Deliverables </vt:lpstr>
      <vt:lpstr>Project Requirements</vt:lpstr>
      <vt:lpstr>Conclusion &amp; Future Work</vt:lpstr>
      <vt:lpstr>Gantt Chart</vt:lpstr>
      <vt:lpstr>Use Case Diagram</vt:lpstr>
      <vt:lpstr>Flowchart</vt:lpstr>
      <vt:lpstr>Activity Diagram</vt:lpstr>
      <vt:lpstr>Project Results</vt:lpstr>
      <vt:lpstr>Thank You!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HP</dc:creator>
  <cp:lastModifiedBy>Windows User</cp:lastModifiedBy>
  <cp:revision>56</cp:revision>
  <dcterms:created xsi:type="dcterms:W3CDTF">2022-04-09T11:58:17Z</dcterms:created>
  <dcterms:modified xsi:type="dcterms:W3CDTF">2025-12-14T18:08:12Z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